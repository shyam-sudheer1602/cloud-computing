
<file path=[Content_Types].xml><?xml version="1.0" encoding="utf-8"?>
<Types xmlns="http://schemas.openxmlformats.org/package/2006/content-types">
  <Default Extension="gif" ContentType="image/gi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95" r:id="rId1"/>
  </p:sldMasterIdLst>
  <p:sldIdLst>
    <p:sldId id="256" r:id="rId2"/>
    <p:sldId id="275" r:id="rId3"/>
    <p:sldId id="274" r:id="rId4"/>
    <p:sldId id="257" r:id="rId5"/>
    <p:sldId id="267" r:id="rId6"/>
    <p:sldId id="258" r:id="rId7"/>
    <p:sldId id="269" r:id="rId8"/>
    <p:sldId id="259" r:id="rId9"/>
    <p:sldId id="268" r:id="rId10"/>
    <p:sldId id="260" r:id="rId11"/>
    <p:sldId id="270" r:id="rId12"/>
    <p:sldId id="261" r:id="rId13"/>
    <p:sldId id="271" r:id="rId14"/>
    <p:sldId id="272" r:id="rId15"/>
    <p:sldId id="273" r:id="rId16"/>
    <p:sldId id="262" r:id="rId17"/>
    <p:sldId id="263" r:id="rId18"/>
    <p:sldId id="264" r:id="rId19"/>
    <p:sldId id="266" r:id="rId20"/>
    <p:sldId id="276" r:id="rId21"/>
    <p:sldId id="277" r:id="rId22"/>
    <p:sldId id="278" r:id="rId23"/>
    <p:sldId id="279" r:id="rId24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65" d="100"/>
          <a:sy n="65" d="100"/>
        </p:scale>
        <p:origin x="1536" y="7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2308"/>
            <a:ext cx="9144000" cy="6860308"/>
            <a:chOff x="0" y="-2308"/>
            <a:chExt cx="9144000" cy="6860308"/>
          </a:xfrm>
        </p:grpSpPr>
        <p:sp>
          <p:nvSpPr>
            <p:cNvPr id="8" name="Rectangle 7"/>
            <p:cNvSpPr/>
            <p:nvPr/>
          </p:nvSpPr>
          <p:spPr>
            <a:xfrm>
              <a:off x="0" y="0"/>
              <a:ext cx="9144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42000"/>
                    <a:hueMod val="42000"/>
                    <a:satMod val="124000"/>
                    <a:lumMod val="62000"/>
                  </a:schemeClr>
                  <a:schemeClr val="dk2">
                    <a:tint val="96000"/>
                    <a:satMod val="130000"/>
                  </a:schemeClr>
                </a:duotone>
              </a:blip>
              <a:srcRect/>
              <a:stretch>
                <a:fillRect l="-16667" r="-16667"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9" name="Oval 8"/>
            <p:cNvSpPr/>
            <p:nvPr/>
          </p:nvSpPr>
          <p:spPr>
            <a:xfrm>
              <a:off x="629943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1">
                    <a:lumMod val="60000"/>
                    <a:lumOff val="40000"/>
                    <a:alpha val="7000"/>
                  </a:schemeClr>
                </a:gs>
                <a:gs pos="69000">
                  <a:schemeClr val="accent1">
                    <a:lumMod val="60000"/>
                    <a:lumOff val="40000"/>
                    <a:alpha val="0"/>
                  </a:schemeClr>
                </a:gs>
                <a:gs pos="36000">
                  <a:schemeClr val="accent1">
                    <a:lumMod val="60000"/>
                    <a:lumOff val="40000"/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Oval 10"/>
            <p:cNvSpPr/>
            <p:nvPr/>
          </p:nvSpPr>
          <p:spPr>
            <a:xfrm>
              <a:off x="5689832" y="4618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1">
                    <a:lumMod val="60000"/>
                    <a:lumOff val="40000"/>
                    <a:alpha val="14000"/>
                  </a:schemeClr>
                </a:gs>
                <a:gs pos="73000">
                  <a:schemeClr val="accent1">
                    <a:lumMod val="60000"/>
                    <a:lumOff val="40000"/>
                    <a:alpha val="0"/>
                  </a:schemeClr>
                </a:gs>
                <a:gs pos="36000">
                  <a:schemeClr val="accent1">
                    <a:lumMod val="60000"/>
                    <a:lumOff val="40000"/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2" name="Oval 11"/>
            <p:cNvSpPr/>
            <p:nvPr/>
          </p:nvSpPr>
          <p:spPr>
            <a:xfrm>
              <a:off x="6299432" y="5865092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1">
                    <a:lumMod val="60000"/>
                    <a:lumOff val="40000"/>
                    <a:alpha val="10000"/>
                  </a:schemeClr>
                </a:gs>
                <a:gs pos="66000">
                  <a:schemeClr val="accent1">
                    <a:lumMod val="60000"/>
                    <a:lumOff val="40000"/>
                    <a:alpha val="0"/>
                  </a:schemeClr>
                </a:gs>
                <a:gs pos="31000">
                  <a:schemeClr val="accent1">
                    <a:lumMod val="60000"/>
                    <a:lumOff val="40000"/>
                    <a:alpha val="5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3" name="Oval 12"/>
            <p:cNvSpPr/>
            <p:nvPr/>
          </p:nvSpPr>
          <p:spPr>
            <a:xfrm>
              <a:off x="6879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1">
                    <a:lumMod val="60000"/>
                    <a:lumOff val="40000"/>
                    <a:alpha val="11000"/>
                  </a:schemeClr>
                </a:gs>
                <a:gs pos="75000">
                  <a:schemeClr val="accent1">
                    <a:lumMod val="60000"/>
                    <a:lumOff val="40000"/>
                    <a:alpha val="0"/>
                  </a:schemeClr>
                </a:gs>
                <a:gs pos="36000">
                  <a:schemeClr val="accent1">
                    <a:lumMod val="60000"/>
                    <a:lumOff val="40000"/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Oval 13"/>
            <p:cNvSpPr/>
            <p:nvPr/>
          </p:nvSpPr>
          <p:spPr>
            <a:xfrm>
              <a:off x="6879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1">
                    <a:lumMod val="60000"/>
                    <a:lumOff val="40000"/>
                    <a:alpha val="8000"/>
                  </a:schemeClr>
                </a:gs>
                <a:gs pos="72000">
                  <a:schemeClr val="accent1">
                    <a:lumMod val="60000"/>
                    <a:lumOff val="40000"/>
                    <a:alpha val="0"/>
                  </a:schemeClr>
                </a:gs>
                <a:gs pos="36000">
                  <a:schemeClr val="accent1">
                    <a:lumMod val="60000"/>
                    <a:lumOff val="40000"/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Freeform 5"/>
            <p:cNvSpPr>
              <a:spLocks noEditPoints="1"/>
            </p:cNvSpPr>
            <p:nvPr/>
          </p:nvSpPr>
          <p:spPr bwMode="gray">
            <a:xfrm>
              <a:off x="0" y="-2308"/>
              <a:ext cx="9144000" cy="6858000"/>
            </a:xfrm>
            <a:custGeom>
              <a:avLst/>
              <a:gdLst/>
              <a:ahLst/>
              <a:cxnLst/>
              <a:rect l="0" t="0" r="r" b="b"/>
              <a:pathLst>
                <a:path w="5760" h="4320">
                  <a:moveTo>
                    <a:pt x="0" y="0"/>
                  </a:moveTo>
                  <a:lnTo>
                    <a:pt x="0" y="4320"/>
                  </a:lnTo>
                  <a:lnTo>
                    <a:pt x="5760" y="4320"/>
                  </a:lnTo>
                  <a:lnTo>
                    <a:pt x="5760" y="0"/>
                  </a:lnTo>
                  <a:lnTo>
                    <a:pt x="0" y="0"/>
                  </a:lnTo>
                  <a:close/>
                  <a:moveTo>
                    <a:pt x="5444" y="4004"/>
                  </a:moveTo>
                  <a:lnTo>
                    <a:pt x="324" y="4004"/>
                  </a:lnTo>
                  <a:lnTo>
                    <a:pt x="324" y="324"/>
                  </a:lnTo>
                  <a:lnTo>
                    <a:pt x="5444" y="324"/>
                  </a:lnTo>
                  <a:lnTo>
                    <a:pt x="5444" y="4004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866441" y="2222624"/>
            <a:ext cx="5917679" cy="2554758"/>
          </a:xfrm>
        </p:spPr>
        <p:txBody>
          <a:bodyPr anchor="b"/>
          <a:lstStyle>
            <a:lvl1pPr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66441" y="4777380"/>
            <a:ext cx="5917679" cy="861420"/>
          </a:xfrm>
        </p:spPr>
        <p:txBody>
          <a:bodyPr anchor="t"/>
          <a:lstStyle>
            <a:lvl1pPr marL="0" indent="0" algn="l">
              <a:buNone/>
              <a:defRPr cap="all">
                <a:solidFill>
                  <a:schemeClr val="accent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 rot="5400000">
            <a:off x="7500385" y="1828799"/>
            <a:ext cx="990599" cy="228659"/>
          </a:xfrm>
        </p:spPr>
        <p:txBody>
          <a:bodyPr anchor="t" anchorCtr="0"/>
          <a:lstStyle>
            <a:lvl1pPr algn="l">
              <a:defRPr b="0" i="0">
                <a:solidFill>
                  <a:schemeClr val="bg1"/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6/28/2026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 rot="5400000">
            <a:off x="6236209" y="3264406"/>
            <a:ext cx="3859795" cy="228660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en-US"/>
          </a:p>
        </p:txBody>
      </p:sp>
      <p:sp>
        <p:nvSpPr>
          <p:cNvPr id="10" name="Rectangle 9"/>
          <p:cNvSpPr/>
          <p:nvPr/>
        </p:nvSpPr>
        <p:spPr>
          <a:xfrm>
            <a:off x="7745644" y="0"/>
            <a:ext cx="685800" cy="109945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765279" y="292609"/>
            <a:ext cx="628813" cy="767687"/>
          </a:xfrm>
        </p:spPr>
        <p:txBody>
          <a:bodyPr/>
          <a:lstStyle>
            <a:lvl1pPr>
              <a:defRPr sz="2800" b="0" i="0" baseline="0">
                <a:latin typeface="+mj-lt"/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3042210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anchor="ctr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sz="900"/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2426668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Group 9"/>
          <p:cNvGrpSpPr/>
          <p:nvPr/>
        </p:nvGrpSpPr>
        <p:grpSpPr>
          <a:xfrm>
            <a:off x="0" y="-2308"/>
            <a:ext cx="9144000" cy="6860308"/>
            <a:chOff x="0" y="-2308"/>
            <a:chExt cx="9144000" cy="6860308"/>
          </a:xfrm>
        </p:grpSpPr>
        <p:sp>
          <p:nvSpPr>
            <p:cNvPr id="11" name="Rectangle 10"/>
            <p:cNvSpPr/>
            <p:nvPr/>
          </p:nvSpPr>
          <p:spPr>
            <a:xfrm>
              <a:off x="0" y="0"/>
              <a:ext cx="9144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42000"/>
                    <a:hueMod val="42000"/>
                    <a:satMod val="124000"/>
                    <a:lumMod val="62000"/>
                  </a:schemeClr>
                  <a:schemeClr val="dk2">
                    <a:tint val="96000"/>
                    <a:satMod val="130000"/>
                  </a:schemeClr>
                </a:duotone>
              </a:blip>
              <a:srcRect/>
              <a:stretch>
                <a:fillRect l="-16667" r="-16667"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2" name="Oval 11"/>
            <p:cNvSpPr/>
            <p:nvPr/>
          </p:nvSpPr>
          <p:spPr>
            <a:xfrm>
              <a:off x="629943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1">
                    <a:lumMod val="60000"/>
                    <a:lumOff val="40000"/>
                    <a:alpha val="7000"/>
                  </a:schemeClr>
                </a:gs>
                <a:gs pos="69000">
                  <a:schemeClr val="accent1">
                    <a:lumMod val="60000"/>
                    <a:lumOff val="40000"/>
                    <a:alpha val="0"/>
                  </a:schemeClr>
                </a:gs>
                <a:gs pos="36000">
                  <a:schemeClr val="accent1">
                    <a:lumMod val="60000"/>
                    <a:lumOff val="40000"/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Oval 13"/>
            <p:cNvSpPr/>
            <p:nvPr/>
          </p:nvSpPr>
          <p:spPr>
            <a:xfrm>
              <a:off x="5689832" y="4618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1">
                    <a:lumMod val="60000"/>
                    <a:lumOff val="40000"/>
                    <a:alpha val="14000"/>
                  </a:schemeClr>
                </a:gs>
                <a:gs pos="73000">
                  <a:schemeClr val="accent1">
                    <a:lumMod val="60000"/>
                    <a:lumOff val="40000"/>
                    <a:alpha val="0"/>
                  </a:schemeClr>
                </a:gs>
                <a:gs pos="36000">
                  <a:schemeClr val="accent1">
                    <a:lumMod val="60000"/>
                    <a:lumOff val="40000"/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6299432" y="5865092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1">
                    <a:lumMod val="60000"/>
                    <a:lumOff val="40000"/>
                    <a:alpha val="10000"/>
                  </a:schemeClr>
                </a:gs>
                <a:gs pos="66000">
                  <a:schemeClr val="accent1">
                    <a:lumMod val="60000"/>
                    <a:lumOff val="40000"/>
                    <a:alpha val="0"/>
                  </a:schemeClr>
                </a:gs>
                <a:gs pos="31000">
                  <a:schemeClr val="accent1">
                    <a:lumMod val="60000"/>
                    <a:lumOff val="40000"/>
                    <a:alpha val="5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6879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1">
                    <a:lumMod val="60000"/>
                    <a:lumOff val="40000"/>
                    <a:alpha val="11000"/>
                  </a:schemeClr>
                </a:gs>
                <a:gs pos="75000">
                  <a:schemeClr val="accent1">
                    <a:lumMod val="60000"/>
                    <a:lumOff val="40000"/>
                    <a:alpha val="0"/>
                  </a:schemeClr>
                </a:gs>
                <a:gs pos="36000">
                  <a:schemeClr val="accent1">
                    <a:lumMod val="60000"/>
                    <a:lumOff val="40000"/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6879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1">
                    <a:lumMod val="60000"/>
                    <a:lumOff val="40000"/>
                    <a:alpha val="8000"/>
                  </a:schemeClr>
                </a:gs>
                <a:gs pos="72000">
                  <a:schemeClr val="accent1">
                    <a:lumMod val="60000"/>
                    <a:lumOff val="40000"/>
                    <a:alpha val="0"/>
                  </a:schemeClr>
                </a:gs>
                <a:gs pos="36000">
                  <a:schemeClr val="accent1">
                    <a:lumMod val="60000"/>
                    <a:lumOff val="40000"/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9" name="Freeform 5"/>
            <p:cNvSpPr/>
            <p:nvPr/>
          </p:nvSpPr>
          <p:spPr bwMode="gray">
            <a:xfrm rot="15687606">
              <a:off x="3320102" y="1458373"/>
              <a:ext cx="2377690" cy="317748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7" name="Rectangle 6"/>
            <p:cNvSpPr/>
            <p:nvPr/>
          </p:nvSpPr>
          <p:spPr>
            <a:xfrm>
              <a:off x="5283673" y="402165"/>
              <a:ext cx="3465769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8" name="Freeform 7"/>
            <p:cNvSpPr/>
            <p:nvPr/>
          </p:nvSpPr>
          <p:spPr bwMode="gray">
            <a:xfrm rot="16200000">
              <a:off x="3105027" y="1765596"/>
              <a:ext cx="5995993" cy="3326809"/>
            </a:xfrm>
            <a:custGeom>
              <a:avLst/>
              <a:gdLst/>
              <a:ahLst/>
              <a:cxnLst/>
              <a:rect l="0" t="0" r="r" b="b"/>
              <a:pathLst>
                <a:path w="4960" h="2752">
                  <a:moveTo>
                    <a:pt x="0" y="0"/>
                  </a:moveTo>
                  <a:lnTo>
                    <a:pt x="0" y="324"/>
                  </a:lnTo>
                  <a:lnTo>
                    <a:pt x="0" y="1992"/>
                  </a:lnTo>
                  <a:lnTo>
                    <a:pt x="0" y="2752"/>
                  </a:lnTo>
                  <a:lnTo>
                    <a:pt x="4960" y="2752"/>
                  </a:lnTo>
                  <a:lnTo>
                    <a:pt x="4960" y="1992"/>
                  </a:lnTo>
                  <a:lnTo>
                    <a:pt x="4960" y="324"/>
                  </a:lnTo>
                  <a:lnTo>
                    <a:pt x="4960" y="0"/>
                  </a:lnTo>
                  <a:lnTo>
                    <a:pt x="4960" y="0"/>
                  </a:lnTo>
                  <a:lnTo>
                    <a:pt x="4734" y="34"/>
                  </a:lnTo>
                  <a:lnTo>
                    <a:pt x="4510" y="64"/>
                  </a:lnTo>
                  <a:lnTo>
                    <a:pt x="4284" y="90"/>
                  </a:lnTo>
                  <a:lnTo>
                    <a:pt x="4060" y="114"/>
                  </a:lnTo>
                  <a:lnTo>
                    <a:pt x="3836" y="132"/>
                  </a:lnTo>
                  <a:lnTo>
                    <a:pt x="3614" y="146"/>
                  </a:lnTo>
                  <a:lnTo>
                    <a:pt x="3392" y="158"/>
                  </a:lnTo>
                  <a:lnTo>
                    <a:pt x="3174" y="166"/>
                  </a:lnTo>
                  <a:lnTo>
                    <a:pt x="2960" y="172"/>
                  </a:lnTo>
                  <a:lnTo>
                    <a:pt x="2748" y="174"/>
                  </a:lnTo>
                  <a:lnTo>
                    <a:pt x="2542" y="174"/>
                  </a:lnTo>
                  <a:lnTo>
                    <a:pt x="2338" y="174"/>
                  </a:lnTo>
                  <a:lnTo>
                    <a:pt x="2140" y="170"/>
                  </a:lnTo>
                  <a:lnTo>
                    <a:pt x="1948" y="164"/>
                  </a:lnTo>
                  <a:lnTo>
                    <a:pt x="1762" y="156"/>
                  </a:lnTo>
                  <a:lnTo>
                    <a:pt x="1582" y="148"/>
                  </a:lnTo>
                  <a:lnTo>
                    <a:pt x="1410" y="138"/>
                  </a:lnTo>
                  <a:lnTo>
                    <a:pt x="1244" y="128"/>
                  </a:lnTo>
                  <a:lnTo>
                    <a:pt x="1088" y="116"/>
                  </a:lnTo>
                  <a:lnTo>
                    <a:pt x="938" y="104"/>
                  </a:lnTo>
                  <a:lnTo>
                    <a:pt x="668" y="78"/>
                  </a:lnTo>
                  <a:lnTo>
                    <a:pt x="438" y="54"/>
                  </a:lnTo>
                  <a:lnTo>
                    <a:pt x="254" y="34"/>
                  </a:lnTo>
                  <a:lnTo>
                    <a:pt x="116" y="16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8" name="Freeform 5"/>
            <p:cNvSpPr>
              <a:spLocks noEditPoints="1"/>
            </p:cNvSpPr>
            <p:nvPr/>
          </p:nvSpPr>
          <p:spPr bwMode="gray">
            <a:xfrm>
              <a:off x="0" y="-2308"/>
              <a:ext cx="9144000" cy="6858000"/>
            </a:xfrm>
            <a:custGeom>
              <a:avLst/>
              <a:gdLst/>
              <a:ahLst/>
              <a:cxnLst/>
              <a:rect l="0" t="0" r="r" b="b"/>
              <a:pathLst>
                <a:path w="5760" h="4320">
                  <a:moveTo>
                    <a:pt x="0" y="0"/>
                  </a:moveTo>
                  <a:lnTo>
                    <a:pt x="0" y="4320"/>
                  </a:lnTo>
                  <a:lnTo>
                    <a:pt x="5760" y="4320"/>
                  </a:lnTo>
                  <a:lnTo>
                    <a:pt x="5760" y="0"/>
                  </a:lnTo>
                  <a:lnTo>
                    <a:pt x="0" y="0"/>
                  </a:lnTo>
                  <a:close/>
                  <a:moveTo>
                    <a:pt x="5444" y="4004"/>
                  </a:moveTo>
                  <a:lnTo>
                    <a:pt x="324" y="4004"/>
                  </a:lnTo>
                  <a:lnTo>
                    <a:pt x="324" y="324"/>
                  </a:lnTo>
                  <a:lnTo>
                    <a:pt x="5444" y="324"/>
                  </a:lnTo>
                  <a:lnTo>
                    <a:pt x="5444" y="4004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441" y="2257588"/>
            <a:ext cx="3101765" cy="3020343"/>
          </a:xfrm>
        </p:spPr>
        <p:txBody>
          <a:bodyPr anchor="ctr"/>
          <a:lstStyle>
            <a:lvl1pPr algn="l">
              <a:defRPr sz="32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119261" y="2257588"/>
            <a:ext cx="3054653" cy="3020343"/>
          </a:xfrm>
        </p:spPr>
        <p:txBody>
          <a:bodyPr anchor="ctr"/>
          <a:lstStyle>
            <a:lvl1pPr marL="0" indent="0" algn="l">
              <a:buNone/>
              <a:defRPr sz="2000" cap="all">
                <a:solidFill>
                  <a:schemeClr val="accent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3" name="Rectangle 12"/>
          <p:cNvSpPr/>
          <p:nvPr/>
        </p:nvSpPr>
        <p:spPr>
          <a:xfrm>
            <a:off x="7745644" y="0"/>
            <a:ext cx="685800" cy="109945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5402418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anchor="ctr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66440" y="2489199"/>
            <a:ext cx="3636980" cy="3530604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0580" y="2489199"/>
            <a:ext cx="3636981" cy="3530601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3107275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anchor="ctr"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66440" y="2489200"/>
            <a:ext cx="3636979" cy="759290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66441" y="3248490"/>
            <a:ext cx="3636978" cy="2771311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0581" y="2489200"/>
            <a:ext cx="3636980" cy="759290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0581" y="3248490"/>
            <a:ext cx="3636979" cy="2771312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6/28/2026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2182816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anchor="ctr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6/28/2026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5993789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6/28/2026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Rectangle 6"/>
          <p:cNvSpPr/>
          <p:nvPr/>
        </p:nvSpPr>
        <p:spPr>
          <a:xfrm>
            <a:off x="7745644" y="0"/>
            <a:ext cx="685800" cy="109945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4841148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" name="Group 10"/>
          <p:cNvGrpSpPr/>
          <p:nvPr/>
        </p:nvGrpSpPr>
        <p:grpSpPr>
          <a:xfrm>
            <a:off x="0" y="-2308"/>
            <a:ext cx="9144000" cy="6860308"/>
            <a:chOff x="0" y="-2308"/>
            <a:chExt cx="9144000" cy="6860308"/>
          </a:xfrm>
        </p:grpSpPr>
        <p:sp>
          <p:nvSpPr>
            <p:cNvPr id="12" name="Rectangle 11"/>
            <p:cNvSpPr/>
            <p:nvPr/>
          </p:nvSpPr>
          <p:spPr>
            <a:xfrm>
              <a:off x="0" y="0"/>
              <a:ext cx="9144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42000"/>
                    <a:hueMod val="42000"/>
                    <a:satMod val="124000"/>
                    <a:lumMod val="62000"/>
                  </a:schemeClr>
                  <a:schemeClr val="dk2">
                    <a:tint val="96000"/>
                    <a:satMod val="130000"/>
                  </a:schemeClr>
                </a:duotone>
              </a:blip>
              <a:srcRect/>
              <a:stretch>
                <a:fillRect l="-16667" r="-16667"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3" name="Oval 12"/>
            <p:cNvSpPr/>
            <p:nvPr/>
          </p:nvSpPr>
          <p:spPr>
            <a:xfrm>
              <a:off x="629943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1">
                    <a:lumMod val="60000"/>
                    <a:lumOff val="40000"/>
                    <a:alpha val="7000"/>
                  </a:schemeClr>
                </a:gs>
                <a:gs pos="69000">
                  <a:schemeClr val="accent1">
                    <a:lumMod val="60000"/>
                    <a:lumOff val="40000"/>
                    <a:alpha val="0"/>
                  </a:schemeClr>
                </a:gs>
                <a:gs pos="36000">
                  <a:schemeClr val="accent1">
                    <a:lumMod val="60000"/>
                    <a:lumOff val="40000"/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5689832" y="4618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1">
                    <a:lumMod val="60000"/>
                    <a:lumOff val="40000"/>
                    <a:alpha val="14000"/>
                  </a:schemeClr>
                </a:gs>
                <a:gs pos="73000">
                  <a:schemeClr val="accent1">
                    <a:lumMod val="60000"/>
                    <a:lumOff val="40000"/>
                    <a:alpha val="0"/>
                  </a:schemeClr>
                </a:gs>
                <a:gs pos="36000">
                  <a:schemeClr val="accent1">
                    <a:lumMod val="60000"/>
                    <a:lumOff val="40000"/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6299432" y="5865092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1">
                    <a:lumMod val="60000"/>
                    <a:lumOff val="40000"/>
                    <a:alpha val="10000"/>
                  </a:schemeClr>
                </a:gs>
                <a:gs pos="66000">
                  <a:schemeClr val="accent1">
                    <a:lumMod val="60000"/>
                    <a:lumOff val="40000"/>
                    <a:alpha val="0"/>
                  </a:schemeClr>
                </a:gs>
                <a:gs pos="31000">
                  <a:schemeClr val="accent1">
                    <a:lumMod val="60000"/>
                    <a:lumOff val="40000"/>
                    <a:alpha val="5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6879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1">
                    <a:lumMod val="60000"/>
                    <a:lumOff val="40000"/>
                    <a:alpha val="11000"/>
                  </a:schemeClr>
                </a:gs>
                <a:gs pos="75000">
                  <a:schemeClr val="accent1">
                    <a:lumMod val="60000"/>
                    <a:lumOff val="40000"/>
                    <a:alpha val="0"/>
                  </a:schemeClr>
                </a:gs>
                <a:gs pos="36000">
                  <a:schemeClr val="accent1">
                    <a:lumMod val="60000"/>
                    <a:lumOff val="40000"/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6879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1">
                    <a:lumMod val="60000"/>
                    <a:lumOff val="40000"/>
                    <a:alpha val="8000"/>
                  </a:schemeClr>
                </a:gs>
                <a:gs pos="72000">
                  <a:schemeClr val="accent1">
                    <a:lumMod val="60000"/>
                    <a:lumOff val="40000"/>
                    <a:alpha val="0"/>
                  </a:schemeClr>
                </a:gs>
                <a:gs pos="36000">
                  <a:schemeClr val="accent1">
                    <a:lumMod val="60000"/>
                    <a:lumOff val="40000"/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0" name="Freeform 5"/>
            <p:cNvSpPr/>
            <p:nvPr/>
          </p:nvSpPr>
          <p:spPr bwMode="gray">
            <a:xfrm rot="15687606">
              <a:off x="2769747" y="1458373"/>
              <a:ext cx="2377690" cy="317748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8" name="Rectangle 7"/>
            <p:cNvSpPr/>
            <p:nvPr/>
          </p:nvSpPr>
          <p:spPr>
            <a:xfrm>
              <a:off x="5283673" y="402165"/>
              <a:ext cx="3465769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9" name="Freeform 8"/>
            <p:cNvSpPr/>
            <p:nvPr/>
          </p:nvSpPr>
          <p:spPr bwMode="gray">
            <a:xfrm rot="16200000">
              <a:off x="2548536" y="1765596"/>
              <a:ext cx="5995993" cy="3326809"/>
            </a:xfrm>
            <a:custGeom>
              <a:avLst/>
              <a:gdLst/>
              <a:ahLst/>
              <a:cxnLst/>
              <a:rect l="0" t="0" r="r" b="b"/>
              <a:pathLst>
                <a:path w="4960" h="2752">
                  <a:moveTo>
                    <a:pt x="0" y="0"/>
                  </a:moveTo>
                  <a:lnTo>
                    <a:pt x="0" y="324"/>
                  </a:lnTo>
                  <a:lnTo>
                    <a:pt x="0" y="1992"/>
                  </a:lnTo>
                  <a:lnTo>
                    <a:pt x="0" y="2752"/>
                  </a:lnTo>
                  <a:lnTo>
                    <a:pt x="4960" y="2752"/>
                  </a:lnTo>
                  <a:lnTo>
                    <a:pt x="4960" y="1992"/>
                  </a:lnTo>
                  <a:lnTo>
                    <a:pt x="4960" y="324"/>
                  </a:lnTo>
                  <a:lnTo>
                    <a:pt x="4960" y="0"/>
                  </a:lnTo>
                  <a:lnTo>
                    <a:pt x="4960" y="0"/>
                  </a:lnTo>
                  <a:lnTo>
                    <a:pt x="4734" y="34"/>
                  </a:lnTo>
                  <a:lnTo>
                    <a:pt x="4510" y="64"/>
                  </a:lnTo>
                  <a:lnTo>
                    <a:pt x="4284" y="90"/>
                  </a:lnTo>
                  <a:lnTo>
                    <a:pt x="4060" y="114"/>
                  </a:lnTo>
                  <a:lnTo>
                    <a:pt x="3836" y="132"/>
                  </a:lnTo>
                  <a:lnTo>
                    <a:pt x="3614" y="146"/>
                  </a:lnTo>
                  <a:lnTo>
                    <a:pt x="3392" y="158"/>
                  </a:lnTo>
                  <a:lnTo>
                    <a:pt x="3174" y="166"/>
                  </a:lnTo>
                  <a:lnTo>
                    <a:pt x="2960" y="172"/>
                  </a:lnTo>
                  <a:lnTo>
                    <a:pt x="2748" y="174"/>
                  </a:lnTo>
                  <a:lnTo>
                    <a:pt x="2542" y="174"/>
                  </a:lnTo>
                  <a:lnTo>
                    <a:pt x="2338" y="174"/>
                  </a:lnTo>
                  <a:lnTo>
                    <a:pt x="2140" y="170"/>
                  </a:lnTo>
                  <a:lnTo>
                    <a:pt x="1948" y="164"/>
                  </a:lnTo>
                  <a:lnTo>
                    <a:pt x="1762" y="156"/>
                  </a:lnTo>
                  <a:lnTo>
                    <a:pt x="1582" y="148"/>
                  </a:lnTo>
                  <a:lnTo>
                    <a:pt x="1410" y="138"/>
                  </a:lnTo>
                  <a:lnTo>
                    <a:pt x="1244" y="128"/>
                  </a:lnTo>
                  <a:lnTo>
                    <a:pt x="1088" y="116"/>
                  </a:lnTo>
                  <a:lnTo>
                    <a:pt x="938" y="104"/>
                  </a:lnTo>
                  <a:lnTo>
                    <a:pt x="668" y="78"/>
                  </a:lnTo>
                  <a:lnTo>
                    <a:pt x="438" y="54"/>
                  </a:lnTo>
                  <a:lnTo>
                    <a:pt x="254" y="34"/>
                  </a:lnTo>
                  <a:lnTo>
                    <a:pt x="116" y="16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9" name="Freeform 5"/>
            <p:cNvSpPr>
              <a:spLocks noEditPoints="1"/>
            </p:cNvSpPr>
            <p:nvPr/>
          </p:nvSpPr>
          <p:spPr bwMode="gray">
            <a:xfrm>
              <a:off x="0" y="-2308"/>
              <a:ext cx="9144000" cy="6858000"/>
            </a:xfrm>
            <a:custGeom>
              <a:avLst/>
              <a:gdLst/>
              <a:ahLst/>
              <a:cxnLst/>
              <a:rect l="0" t="0" r="r" b="b"/>
              <a:pathLst>
                <a:path w="5760" h="4320">
                  <a:moveTo>
                    <a:pt x="0" y="0"/>
                  </a:moveTo>
                  <a:lnTo>
                    <a:pt x="0" y="4320"/>
                  </a:lnTo>
                  <a:lnTo>
                    <a:pt x="5760" y="4320"/>
                  </a:lnTo>
                  <a:lnTo>
                    <a:pt x="5760" y="0"/>
                  </a:lnTo>
                  <a:lnTo>
                    <a:pt x="0" y="0"/>
                  </a:lnTo>
                  <a:close/>
                  <a:moveTo>
                    <a:pt x="5444" y="4004"/>
                  </a:moveTo>
                  <a:lnTo>
                    <a:pt x="324" y="4004"/>
                  </a:lnTo>
                  <a:lnTo>
                    <a:pt x="324" y="324"/>
                  </a:lnTo>
                  <a:lnTo>
                    <a:pt x="5444" y="324"/>
                  </a:lnTo>
                  <a:lnTo>
                    <a:pt x="5444" y="4004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440" y="1497437"/>
            <a:ext cx="2712589" cy="1447800"/>
          </a:xfrm>
        </p:spPr>
        <p:txBody>
          <a:bodyPr anchor="b"/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68927" y="1452881"/>
            <a:ext cx="3632850" cy="4572000"/>
          </a:xfrm>
        </p:spPr>
        <p:txBody>
          <a:bodyPr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66441" y="3086844"/>
            <a:ext cx="2712590" cy="2925413"/>
          </a:xfrm>
        </p:spPr>
        <p:txBody>
          <a:bodyPr/>
          <a:lstStyle>
            <a:lvl1pPr marL="0" indent="0">
              <a:buNone/>
              <a:defRPr sz="1400">
                <a:solidFill>
                  <a:schemeClr val="accent1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4" name="Rectangle 13"/>
          <p:cNvSpPr/>
          <p:nvPr/>
        </p:nvSpPr>
        <p:spPr>
          <a:xfrm>
            <a:off x="7745644" y="0"/>
            <a:ext cx="685800" cy="109945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7623987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" name="Group 10"/>
          <p:cNvGrpSpPr/>
          <p:nvPr/>
        </p:nvGrpSpPr>
        <p:grpSpPr>
          <a:xfrm>
            <a:off x="0" y="-2308"/>
            <a:ext cx="9144000" cy="6860308"/>
            <a:chOff x="0" y="-2308"/>
            <a:chExt cx="9144000" cy="6860308"/>
          </a:xfrm>
        </p:grpSpPr>
        <p:sp>
          <p:nvSpPr>
            <p:cNvPr id="12" name="Rectangle 11"/>
            <p:cNvSpPr/>
            <p:nvPr/>
          </p:nvSpPr>
          <p:spPr>
            <a:xfrm>
              <a:off x="0" y="0"/>
              <a:ext cx="9144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42000"/>
                    <a:hueMod val="42000"/>
                    <a:satMod val="124000"/>
                    <a:lumMod val="62000"/>
                  </a:schemeClr>
                  <a:schemeClr val="dk2">
                    <a:tint val="96000"/>
                    <a:satMod val="130000"/>
                  </a:schemeClr>
                </a:duotone>
              </a:blip>
              <a:srcRect/>
              <a:stretch>
                <a:fillRect l="-16667" r="-16667"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3" name="Oval 12"/>
            <p:cNvSpPr/>
            <p:nvPr/>
          </p:nvSpPr>
          <p:spPr>
            <a:xfrm>
              <a:off x="629943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1">
                    <a:lumMod val="60000"/>
                    <a:lumOff val="40000"/>
                    <a:alpha val="7000"/>
                  </a:schemeClr>
                </a:gs>
                <a:gs pos="69000">
                  <a:schemeClr val="accent1">
                    <a:lumMod val="60000"/>
                    <a:lumOff val="40000"/>
                    <a:alpha val="0"/>
                  </a:schemeClr>
                </a:gs>
                <a:gs pos="36000">
                  <a:schemeClr val="accent1">
                    <a:lumMod val="60000"/>
                    <a:lumOff val="40000"/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5689832" y="4618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1">
                    <a:lumMod val="60000"/>
                    <a:lumOff val="40000"/>
                    <a:alpha val="14000"/>
                  </a:schemeClr>
                </a:gs>
                <a:gs pos="73000">
                  <a:schemeClr val="accent1">
                    <a:lumMod val="60000"/>
                    <a:lumOff val="40000"/>
                    <a:alpha val="0"/>
                  </a:schemeClr>
                </a:gs>
                <a:gs pos="36000">
                  <a:schemeClr val="accent1">
                    <a:lumMod val="60000"/>
                    <a:lumOff val="40000"/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6299432" y="5865092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1">
                    <a:lumMod val="60000"/>
                    <a:lumOff val="40000"/>
                    <a:alpha val="10000"/>
                  </a:schemeClr>
                </a:gs>
                <a:gs pos="66000">
                  <a:schemeClr val="accent1">
                    <a:lumMod val="60000"/>
                    <a:lumOff val="40000"/>
                    <a:alpha val="0"/>
                  </a:schemeClr>
                </a:gs>
                <a:gs pos="31000">
                  <a:schemeClr val="accent1">
                    <a:lumMod val="60000"/>
                    <a:lumOff val="40000"/>
                    <a:alpha val="5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6879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1">
                    <a:lumMod val="60000"/>
                    <a:lumOff val="40000"/>
                    <a:alpha val="11000"/>
                  </a:schemeClr>
                </a:gs>
                <a:gs pos="75000">
                  <a:schemeClr val="accent1">
                    <a:lumMod val="60000"/>
                    <a:lumOff val="40000"/>
                    <a:alpha val="0"/>
                  </a:schemeClr>
                </a:gs>
                <a:gs pos="36000">
                  <a:schemeClr val="accent1">
                    <a:lumMod val="60000"/>
                    <a:lumOff val="40000"/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6879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1">
                    <a:lumMod val="60000"/>
                    <a:lumOff val="40000"/>
                    <a:alpha val="8000"/>
                  </a:schemeClr>
                </a:gs>
                <a:gs pos="72000">
                  <a:schemeClr val="accent1">
                    <a:lumMod val="60000"/>
                    <a:lumOff val="40000"/>
                    <a:alpha val="0"/>
                  </a:schemeClr>
                </a:gs>
                <a:gs pos="36000">
                  <a:schemeClr val="accent1">
                    <a:lumMod val="60000"/>
                    <a:lumOff val="40000"/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0" name="Freeform 5"/>
            <p:cNvSpPr/>
            <p:nvPr/>
          </p:nvSpPr>
          <p:spPr bwMode="gray">
            <a:xfrm rot="15687606">
              <a:off x="3074559" y="1458373"/>
              <a:ext cx="2377690" cy="317748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8" name="Rectangle 7"/>
            <p:cNvSpPr/>
            <p:nvPr/>
          </p:nvSpPr>
          <p:spPr>
            <a:xfrm>
              <a:off x="5283673" y="402165"/>
              <a:ext cx="3465769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9" name="Freeform 8"/>
            <p:cNvSpPr/>
            <p:nvPr/>
          </p:nvSpPr>
          <p:spPr bwMode="gray">
            <a:xfrm rot="16200000">
              <a:off x="2852610" y="1765596"/>
              <a:ext cx="5995993" cy="3326809"/>
            </a:xfrm>
            <a:custGeom>
              <a:avLst/>
              <a:gdLst/>
              <a:ahLst/>
              <a:cxnLst/>
              <a:rect l="0" t="0" r="r" b="b"/>
              <a:pathLst>
                <a:path w="4960" h="2752">
                  <a:moveTo>
                    <a:pt x="0" y="0"/>
                  </a:moveTo>
                  <a:lnTo>
                    <a:pt x="0" y="324"/>
                  </a:lnTo>
                  <a:lnTo>
                    <a:pt x="0" y="1992"/>
                  </a:lnTo>
                  <a:lnTo>
                    <a:pt x="0" y="2752"/>
                  </a:lnTo>
                  <a:lnTo>
                    <a:pt x="4960" y="2752"/>
                  </a:lnTo>
                  <a:lnTo>
                    <a:pt x="4960" y="1992"/>
                  </a:lnTo>
                  <a:lnTo>
                    <a:pt x="4960" y="324"/>
                  </a:lnTo>
                  <a:lnTo>
                    <a:pt x="4960" y="0"/>
                  </a:lnTo>
                  <a:lnTo>
                    <a:pt x="4960" y="0"/>
                  </a:lnTo>
                  <a:lnTo>
                    <a:pt x="4734" y="34"/>
                  </a:lnTo>
                  <a:lnTo>
                    <a:pt x="4510" y="64"/>
                  </a:lnTo>
                  <a:lnTo>
                    <a:pt x="4284" y="90"/>
                  </a:lnTo>
                  <a:lnTo>
                    <a:pt x="4060" y="114"/>
                  </a:lnTo>
                  <a:lnTo>
                    <a:pt x="3836" y="132"/>
                  </a:lnTo>
                  <a:lnTo>
                    <a:pt x="3614" y="146"/>
                  </a:lnTo>
                  <a:lnTo>
                    <a:pt x="3392" y="158"/>
                  </a:lnTo>
                  <a:lnTo>
                    <a:pt x="3174" y="166"/>
                  </a:lnTo>
                  <a:lnTo>
                    <a:pt x="2960" y="172"/>
                  </a:lnTo>
                  <a:lnTo>
                    <a:pt x="2748" y="174"/>
                  </a:lnTo>
                  <a:lnTo>
                    <a:pt x="2542" y="174"/>
                  </a:lnTo>
                  <a:lnTo>
                    <a:pt x="2338" y="174"/>
                  </a:lnTo>
                  <a:lnTo>
                    <a:pt x="2140" y="170"/>
                  </a:lnTo>
                  <a:lnTo>
                    <a:pt x="1948" y="164"/>
                  </a:lnTo>
                  <a:lnTo>
                    <a:pt x="1762" y="156"/>
                  </a:lnTo>
                  <a:lnTo>
                    <a:pt x="1582" y="148"/>
                  </a:lnTo>
                  <a:lnTo>
                    <a:pt x="1410" y="138"/>
                  </a:lnTo>
                  <a:lnTo>
                    <a:pt x="1244" y="128"/>
                  </a:lnTo>
                  <a:lnTo>
                    <a:pt x="1088" y="116"/>
                  </a:lnTo>
                  <a:lnTo>
                    <a:pt x="938" y="104"/>
                  </a:lnTo>
                  <a:lnTo>
                    <a:pt x="668" y="78"/>
                  </a:lnTo>
                  <a:lnTo>
                    <a:pt x="438" y="54"/>
                  </a:lnTo>
                  <a:lnTo>
                    <a:pt x="254" y="34"/>
                  </a:lnTo>
                  <a:lnTo>
                    <a:pt x="116" y="16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9" name="Freeform 5"/>
            <p:cNvSpPr>
              <a:spLocks noEditPoints="1"/>
            </p:cNvSpPr>
            <p:nvPr/>
          </p:nvSpPr>
          <p:spPr bwMode="gray">
            <a:xfrm>
              <a:off x="0" y="-2308"/>
              <a:ext cx="9144000" cy="6858000"/>
            </a:xfrm>
            <a:custGeom>
              <a:avLst/>
              <a:gdLst/>
              <a:ahLst/>
              <a:cxnLst/>
              <a:rect l="0" t="0" r="r" b="b"/>
              <a:pathLst>
                <a:path w="5760" h="4320">
                  <a:moveTo>
                    <a:pt x="0" y="0"/>
                  </a:moveTo>
                  <a:lnTo>
                    <a:pt x="0" y="4320"/>
                  </a:lnTo>
                  <a:lnTo>
                    <a:pt x="5760" y="4320"/>
                  </a:lnTo>
                  <a:lnTo>
                    <a:pt x="5760" y="0"/>
                  </a:lnTo>
                  <a:lnTo>
                    <a:pt x="0" y="0"/>
                  </a:lnTo>
                  <a:close/>
                  <a:moveTo>
                    <a:pt x="5444" y="4004"/>
                  </a:moveTo>
                  <a:lnTo>
                    <a:pt x="324" y="4004"/>
                  </a:lnTo>
                  <a:lnTo>
                    <a:pt x="324" y="324"/>
                  </a:lnTo>
                  <a:lnTo>
                    <a:pt x="5444" y="324"/>
                  </a:lnTo>
                  <a:lnTo>
                    <a:pt x="5444" y="4004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442" y="1362190"/>
            <a:ext cx="2987087" cy="157480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722909" y="1320800"/>
            <a:ext cx="2791102" cy="42164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51591" y="3088562"/>
            <a:ext cx="3001938" cy="2448637"/>
          </a:xfrm>
        </p:spPr>
        <p:txBody>
          <a:bodyPr>
            <a:normAutofit/>
          </a:bodyPr>
          <a:lstStyle>
            <a:lvl1pPr marL="0" indent="0">
              <a:buNone/>
              <a:defRPr sz="1400">
                <a:solidFill>
                  <a:schemeClr val="accent1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4" name="Rectangle 13"/>
          <p:cNvSpPr/>
          <p:nvPr/>
        </p:nvSpPr>
        <p:spPr>
          <a:xfrm>
            <a:off x="7745644" y="0"/>
            <a:ext cx="685800" cy="109945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1133966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" name="Group 10"/>
          <p:cNvGrpSpPr/>
          <p:nvPr/>
        </p:nvGrpSpPr>
        <p:grpSpPr>
          <a:xfrm>
            <a:off x="0" y="-2308"/>
            <a:ext cx="9144000" cy="6860308"/>
            <a:chOff x="0" y="-2308"/>
            <a:chExt cx="9144000" cy="6860308"/>
          </a:xfrm>
        </p:grpSpPr>
        <p:sp>
          <p:nvSpPr>
            <p:cNvPr id="12" name="Rectangle 11"/>
            <p:cNvSpPr/>
            <p:nvPr/>
          </p:nvSpPr>
          <p:spPr>
            <a:xfrm>
              <a:off x="0" y="0"/>
              <a:ext cx="9144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42000"/>
                    <a:hueMod val="42000"/>
                    <a:satMod val="124000"/>
                    <a:lumMod val="62000"/>
                  </a:schemeClr>
                  <a:schemeClr val="dk2">
                    <a:tint val="96000"/>
                    <a:satMod val="130000"/>
                  </a:schemeClr>
                </a:duotone>
              </a:blip>
              <a:srcRect/>
              <a:stretch>
                <a:fillRect l="-16667" r="-16667"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3" name="Oval 12"/>
            <p:cNvSpPr/>
            <p:nvPr/>
          </p:nvSpPr>
          <p:spPr>
            <a:xfrm>
              <a:off x="629943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1">
                    <a:lumMod val="60000"/>
                    <a:lumOff val="40000"/>
                    <a:alpha val="7000"/>
                  </a:schemeClr>
                </a:gs>
                <a:gs pos="69000">
                  <a:schemeClr val="accent1">
                    <a:lumMod val="60000"/>
                    <a:lumOff val="40000"/>
                    <a:alpha val="0"/>
                  </a:schemeClr>
                </a:gs>
                <a:gs pos="36000">
                  <a:schemeClr val="accent1">
                    <a:lumMod val="60000"/>
                    <a:lumOff val="40000"/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5689832" y="4618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1">
                    <a:lumMod val="60000"/>
                    <a:lumOff val="40000"/>
                    <a:alpha val="14000"/>
                  </a:schemeClr>
                </a:gs>
                <a:gs pos="73000">
                  <a:schemeClr val="accent1">
                    <a:lumMod val="60000"/>
                    <a:lumOff val="40000"/>
                    <a:alpha val="0"/>
                  </a:schemeClr>
                </a:gs>
                <a:gs pos="36000">
                  <a:schemeClr val="accent1">
                    <a:lumMod val="60000"/>
                    <a:lumOff val="40000"/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6299432" y="5865092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1">
                    <a:lumMod val="60000"/>
                    <a:lumOff val="40000"/>
                    <a:alpha val="10000"/>
                  </a:schemeClr>
                </a:gs>
                <a:gs pos="66000">
                  <a:schemeClr val="accent1">
                    <a:lumMod val="60000"/>
                    <a:lumOff val="40000"/>
                    <a:alpha val="0"/>
                  </a:schemeClr>
                </a:gs>
                <a:gs pos="31000">
                  <a:schemeClr val="accent1">
                    <a:lumMod val="60000"/>
                    <a:lumOff val="40000"/>
                    <a:alpha val="5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6879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1">
                    <a:lumMod val="60000"/>
                    <a:lumOff val="40000"/>
                    <a:alpha val="11000"/>
                  </a:schemeClr>
                </a:gs>
                <a:gs pos="75000">
                  <a:schemeClr val="accent1">
                    <a:lumMod val="60000"/>
                    <a:lumOff val="40000"/>
                    <a:alpha val="0"/>
                  </a:schemeClr>
                </a:gs>
                <a:gs pos="36000">
                  <a:schemeClr val="accent1">
                    <a:lumMod val="60000"/>
                    <a:lumOff val="40000"/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6879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1">
                    <a:lumMod val="60000"/>
                    <a:lumOff val="40000"/>
                    <a:alpha val="8000"/>
                  </a:schemeClr>
                </a:gs>
                <a:gs pos="72000">
                  <a:schemeClr val="accent1">
                    <a:lumMod val="60000"/>
                    <a:lumOff val="40000"/>
                    <a:alpha val="0"/>
                  </a:schemeClr>
                </a:gs>
                <a:gs pos="36000">
                  <a:schemeClr val="accent1">
                    <a:lumMod val="60000"/>
                    <a:lumOff val="40000"/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8" name="Freeform 5"/>
            <p:cNvSpPr/>
            <p:nvPr/>
          </p:nvSpPr>
          <p:spPr bwMode="gray">
            <a:xfrm rot="10204164">
              <a:off x="426788" y="4564241"/>
              <a:ext cx="2377690" cy="317748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9" name="Rectangle 8"/>
            <p:cNvSpPr/>
            <p:nvPr/>
          </p:nvSpPr>
          <p:spPr>
            <a:xfrm>
              <a:off x="421503" y="402165"/>
              <a:ext cx="8327939" cy="3141135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0" name="Freeform 9"/>
            <p:cNvSpPr/>
            <p:nvPr/>
          </p:nvSpPr>
          <p:spPr bwMode="gray">
            <a:xfrm rot="10800000">
              <a:off x="485023" y="2670079"/>
              <a:ext cx="8182128" cy="2130508"/>
            </a:xfrm>
            <a:custGeom>
              <a:avLst/>
              <a:gdLst/>
              <a:ahLst/>
              <a:cxnLst/>
              <a:rect l="l" t="t" r="r" b="b"/>
              <a:pathLst>
                <a:path w="10000" h="9621">
                  <a:moveTo>
                    <a:pt x="0" y="0"/>
                  </a:moveTo>
                  <a:lnTo>
                    <a:pt x="0" y="2411"/>
                  </a:lnTo>
                  <a:lnTo>
                    <a:pt x="0" y="9586"/>
                  </a:lnTo>
                  <a:lnTo>
                    <a:pt x="0" y="9621"/>
                  </a:lnTo>
                  <a:lnTo>
                    <a:pt x="10000" y="9585"/>
                  </a:lnTo>
                  <a:cubicBezTo>
                    <a:pt x="9997" y="8144"/>
                    <a:pt x="10003" y="9571"/>
                    <a:pt x="10000" y="9586"/>
                  </a:cubicBezTo>
                  <a:cubicBezTo>
                    <a:pt x="9997" y="7194"/>
                    <a:pt x="9993" y="4803"/>
                    <a:pt x="9990" y="2411"/>
                  </a:cubicBezTo>
                  <a:lnTo>
                    <a:pt x="9990" y="0"/>
                  </a:lnTo>
                  <a:lnTo>
                    <a:pt x="9990" y="0"/>
                  </a:lnTo>
                  <a:lnTo>
                    <a:pt x="9534" y="253"/>
                  </a:lnTo>
                  <a:lnTo>
                    <a:pt x="9084" y="477"/>
                  </a:lnTo>
                  <a:lnTo>
                    <a:pt x="8628" y="669"/>
                  </a:lnTo>
                  <a:lnTo>
                    <a:pt x="8177" y="847"/>
                  </a:lnTo>
                  <a:lnTo>
                    <a:pt x="7726" y="984"/>
                  </a:lnTo>
                  <a:lnTo>
                    <a:pt x="7279" y="1087"/>
                  </a:lnTo>
                  <a:lnTo>
                    <a:pt x="6832" y="1176"/>
                  </a:lnTo>
                  <a:lnTo>
                    <a:pt x="6393" y="1236"/>
                  </a:lnTo>
                  <a:lnTo>
                    <a:pt x="5962" y="1279"/>
                  </a:lnTo>
                  <a:lnTo>
                    <a:pt x="5534" y="1294"/>
                  </a:lnTo>
                  <a:lnTo>
                    <a:pt x="5120" y="1294"/>
                  </a:lnTo>
                  <a:lnTo>
                    <a:pt x="4709" y="1294"/>
                  </a:lnTo>
                  <a:lnTo>
                    <a:pt x="4311" y="1266"/>
                  </a:lnTo>
                  <a:lnTo>
                    <a:pt x="3923" y="1221"/>
                  </a:lnTo>
                  <a:lnTo>
                    <a:pt x="3548" y="1161"/>
                  </a:lnTo>
                  <a:lnTo>
                    <a:pt x="3187" y="1101"/>
                  </a:lnTo>
                  <a:lnTo>
                    <a:pt x="2840" y="1026"/>
                  </a:lnTo>
                  <a:lnTo>
                    <a:pt x="2505" y="954"/>
                  </a:lnTo>
                  <a:lnTo>
                    <a:pt x="2192" y="865"/>
                  </a:lnTo>
                  <a:lnTo>
                    <a:pt x="1889" y="775"/>
                  </a:lnTo>
                  <a:lnTo>
                    <a:pt x="1346" y="579"/>
                  </a:lnTo>
                  <a:lnTo>
                    <a:pt x="882" y="400"/>
                  </a:lnTo>
                  <a:lnTo>
                    <a:pt x="511" y="253"/>
                  </a:lnTo>
                  <a:lnTo>
                    <a:pt x="234" y="118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9" name="Freeform 5"/>
            <p:cNvSpPr>
              <a:spLocks noEditPoints="1"/>
            </p:cNvSpPr>
            <p:nvPr/>
          </p:nvSpPr>
          <p:spPr bwMode="gray">
            <a:xfrm>
              <a:off x="0" y="-2308"/>
              <a:ext cx="9144000" cy="6858000"/>
            </a:xfrm>
            <a:custGeom>
              <a:avLst/>
              <a:gdLst/>
              <a:ahLst/>
              <a:cxnLst/>
              <a:rect l="0" t="0" r="r" b="b"/>
              <a:pathLst>
                <a:path w="5760" h="4320">
                  <a:moveTo>
                    <a:pt x="0" y="0"/>
                  </a:moveTo>
                  <a:lnTo>
                    <a:pt x="0" y="4320"/>
                  </a:lnTo>
                  <a:lnTo>
                    <a:pt x="5760" y="4320"/>
                  </a:lnTo>
                  <a:lnTo>
                    <a:pt x="5760" y="0"/>
                  </a:lnTo>
                  <a:lnTo>
                    <a:pt x="0" y="0"/>
                  </a:lnTo>
                  <a:close/>
                  <a:moveTo>
                    <a:pt x="5444" y="4004"/>
                  </a:moveTo>
                  <a:lnTo>
                    <a:pt x="324" y="4004"/>
                  </a:lnTo>
                  <a:lnTo>
                    <a:pt x="324" y="324"/>
                  </a:lnTo>
                  <a:lnTo>
                    <a:pt x="5444" y="324"/>
                  </a:lnTo>
                  <a:lnTo>
                    <a:pt x="5444" y="4004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443" y="4961453"/>
            <a:ext cx="6422002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866441" y="685800"/>
            <a:ext cx="6422004" cy="3429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66443" y="5528191"/>
            <a:ext cx="6422003" cy="493712"/>
          </a:xfrm>
        </p:spPr>
        <p:txBody>
          <a:bodyPr>
            <a:normAutofit/>
          </a:bodyPr>
          <a:lstStyle>
            <a:lvl1pPr marL="0" indent="0">
              <a:buNone/>
              <a:defRPr sz="1200">
                <a:solidFill>
                  <a:schemeClr val="accent1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4" name="Rectangle 13"/>
          <p:cNvSpPr/>
          <p:nvPr/>
        </p:nvSpPr>
        <p:spPr>
          <a:xfrm>
            <a:off x="7745644" y="0"/>
            <a:ext cx="685800" cy="109945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0886524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/>
          <p:cNvGrpSpPr/>
          <p:nvPr/>
        </p:nvGrpSpPr>
        <p:grpSpPr>
          <a:xfrm>
            <a:off x="0" y="-2308"/>
            <a:ext cx="9144000" cy="6860308"/>
            <a:chOff x="0" y="-2308"/>
            <a:chExt cx="9144000" cy="6860308"/>
          </a:xfrm>
        </p:grpSpPr>
        <p:sp>
          <p:nvSpPr>
            <p:cNvPr id="11" name="Rectangle 10"/>
            <p:cNvSpPr/>
            <p:nvPr/>
          </p:nvSpPr>
          <p:spPr>
            <a:xfrm>
              <a:off x="0" y="0"/>
              <a:ext cx="9144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42000"/>
                    <a:hueMod val="42000"/>
                    <a:satMod val="124000"/>
                    <a:lumMod val="62000"/>
                  </a:schemeClr>
                  <a:schemeClr val="dk2">
                    <a:tint val="96000"/>
                    <a:satMod val="130000"/>
                  </a:schemeClr>
                </a:duotone>
              </a:blip>
              <a:srcRect/>
              <a:stretch>
                <a:fillRect l="-16667" r="-16667"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629943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1">
                    <a:lumMod val="60000"/>
                    <a:lumOff val="40000"/>
                    <a:alpha val="7000"/>
                  </a:schemeClr>
                </a:gs>
                <a:gs pos="69000">
                  <a:schemeClr val="accent1">
                    <a:lumMod val="60000"/>
                    <a:lumOff val="40000"/>
                    <a:alpha val="0"/>
                  </a:schemeClr>
                </a:gs>
                <a:gs pos="36000">
                  <a:schemeClr val="accent1">
                    <a:lumMod val="60000"/>
                    <a:lumOff val="40000"/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5689832" y="4618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1">
                    <a:lumMod val="60000"/>
                    <a:lumOff val="40000"/>
                    <a:alpha val="14000"/>
                  </a:schemeClr>
                </a:gs>
                <a:gs pos="73000">
                  <a:schemeClr val="accent1">
                    <a:lumMod val="60000"/>
                    <a:lumOff val="40000"/>
                    <a:alpha val="0"/>
                  </a:schemeClr>
                </a:gs>
                <a:gs pos="36000">
                  <a:schemeClr val="accent1">
                    <a:lumMod val="60000"/>
                    <a:lumOff val="40000"/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6299432" y="5865092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1">
                    <a:lumMod val="60000"/>
                    <a:lumOff val="40000"/>
                    <a:alpha val="10000"/>
                  </a:schemeClr>
                </a:gs>
                <a:gs pos="66000">
                  <a:schemeClr val="accent1">
                    <a:lumMod val="60000"/>
                    <a:lumOff val="40000"/>
                    <a:alpha val="0"/>
                  </a:schemeClr>
                </a:gs>
                <a:gs pos="31000">
                  <a:schemeClr val="accent1">
                    <a:lumMod val="60000"/>
                    <a:lumOff val="40000"/>
                    <a:alpha val="5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6879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1">
                    <a:lumMod val="60000"/>
                    <a:lumOff val="40000"/>
                    <a:alpha val="11000"/>
                  </a:schemeClr>
                </a:gs>
                <a:gs pos="75000">
                  <a:schemeClr val="accent1">
                    <a:lumMod val="60000"/>
                    <a:lumOff val="40000"/>
                    <a:alpha val="0"/>
                  </a:schemeClr>
                </a:gs>
                <a:gs pos="36000">
                  <a:schemeClr val="accent1">
                    <a:lumMod val="60000"/>
                    <a:lumOff val="40000"/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Oval 20"/>
            <p:cNvSpPr/>
            <p:nvPr/>
          </p:nvSpPr>
          <p:spPr>
            <a:xfrm>
              <a:off x="6879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1">
                    <a:lumMod val="60000"/>
                    <a:lumOff val="40000"/>
                    <a:alpha val="8000"/>
                  </a:schemeClr>
                </a:gs>
                <a:gs pos="72000">
                  <a:schemeClr val="accent1">
                    <a:lumMod val="60000"/>
                    <a:lumOff val="40000"/>
                    <a:alpha val="0"/>
                  </a:schemeClr>
                </a:gs>
                <a:gs pos="36000">
                  <a:schemeClr val="accent1">
                    <a:lumMod val="60000"/>
                    <a:lumOff val="40000"/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2" name="Freeform 5"/>
            <p:cNvSpPr/>
            <p:nvPr/>
          </p:nvSpPr>
          <p:spPr bwMode="gray">
            <a:xfrm rot="21010068">
              <a:off x="6359946" y="2780895"/>
              <a:ext cx="2377690" cy="317748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4" name="Rectangle 13"/>
            <p:cNvSpPr/>
            <p:nvPr/>
          </p:nvSpPr>
          <p:spPr>
            <a:xfrm>
              <a:off x="485023" y="4343399"/>
              <a:ext cx="8182128" cy="2112436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Freeform 14"/>
            <p:cNvSpPr/>
            <p:nvPr/>
          </p:nvSpPr>
          <p:spPr bwMode="gray">
            <a:xfrm>
              <a:off x="485023" y="2854646"/>
              <a:ext cx="8182128" cy="2130508"/>
            </a:xfrm>
            <a:custGeom>
              <a:avLst/>
              <a:gdLst/>
              <a:ahLst/>
              <a:cxnLst/>
              <a:rect l="l" t="t" r="r" b="b"/>
              <a:pathLst>
                <a:path w="10000" h="9621">
                  <a:moveTo>
                    <a:pt x="0" y="0"/>
                  </a:moveTo>
                  <a:lnTo>
                    <a:pt x="0" y="2411"/>
                  </a:lnTo>
                  <a:lnTo>
                    <a:pt x="0" y="9586"/>
                  </a:lnTo>
                  <a:lnTo>
                    <a:pt x="0" y="9621"/>
                  </a:lnTo>
                  <a:lnTo>
                    <a:pt x="10000" y="9585"/>
                  </a:lnTo>
                  <a:cubicBezTo>
                    <a:pt x="9997" y="8144"/>
                    <a:pt x="10003" y="9571"/>
                    <a:pt x="10000" y="9586"/>
                  </a:cubicBezTo>
                  <a:cubicBezTo>
                    <a:pt x="9997" y="7194"/>
                    <a:pt x="9993" y="4803"/>
                    <a:pt x="9990" y="2411"/>
                  </a:cubicBezTo>
                  <a:lnTo>
                    <a:pt x="9990" y="0"/>
                  </a:lnTo>
                  <a:lnTo>
                    <a:pt x="9990" y="0"/>
                  </a:lnTo>
                  <a:lnTo>
                    <a:pt x="9534" y="253"/>
                  </a:lnTo>
                  <a:lnTo>
                    <a:pt x="9084" y="477"/>
                  </a:lnTo>
                  <a:lnTo>
                    <a:pt x="8628" y="669"/>
                  </a:lnTo>
                  <a:lnTo>
                    <a:pt x="8177" y="847"/>
                  </a:lnTo>
                  <a:lnTo>
                    <a:pt x="7726" y="984"/>
                  </a:lnTo>
                  <a:lnTo>
                    <a:pt x="7279" y="1087"/>
                  </a:lnTo>
                  <a:lnTo>
                    <a:pt x="6832" y="1176"/>
                  </a:lnTo>
                  <a:lnTo>
                    <a:pt x="6393" y="1236"/>
                  </a:lnTo>
                  <a:lnTo>
                    <a:pt x="5962" y="1279"/>
                  </a:lnTo>
                  <a:lnTo>
                    <a:pt x="5534" y="1294"/>
                  </a:lnTo>
                  <a:lnTo>
                    <a:pt x="5120" y="1294"/>
                  </a:lnTo>
                  <a:lnTo>
                    <a:pt x="4709" y="1294"/>
                  </a:lnTo>
                  <a:lnTo>
                    <a:pt x="4311" y="1266"/>
                  </a:lnTo>
                  <a:lnTo>
                    <a:pt x="3923" y="1221"/>
                  </a:lnTo>
                  <a:lnTo>
                    <a:pt x="3548" y="1161"/>
                  </a:lnTo>
                  <a:lnTo>
                    <a:pt x="3187" y="1101"/>
                  </a:lnTo>
                  <a:lnTo>
                    <a:pt x="2840" y="1026"/>
                  </a:lnTo>
                  <a:lnTo>
                    <a:pt x="2505" y="954"/>
                  </a:lnTo>
                  <a:lnTo>
                    <a:pt x="2192" y="865"/>
                  </a:lnTo>
                  <a:lnTo>
                    <a:pt x="1889" y="775"/>
                  </a:lnTo>
                  <a:lnTo>
                    <a:pt x="1346" y="579"/>
                  </a:lnTo>
                  <a:lnTo>
                    <a:pt x="882" y="400"/>
                  </a:lnTo>
                  <a:lnTo>
                    <a:pt x="511" y="253"/>
                  </a:lnTo>
                  <a:lnTo>
                    <a:pt x="234" y="118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22" name="Freeform 5"/>
            <p:cNvSpPr>
              <a:spLocks noEditPoints="1"/>
            </p:cNvSpPr>
            <p:nvPr/>
          </p:nvSpPr>
          <p:spPr bwMode="gray">
            <a:xfrm>
              <a:off x="0" y="-2308"/>
              <a:ext cx="9144000" cy="6858000"/>
            </a:xfrm>
            <a:custGeom>
              <a:avLst/>
              <a:gdLst/>
              <a:ahLst/>
              <a:cxnLst/>
              <a:rect l="0" t="0" r="r" b="b"/>
              <a:pathLst>
                <a:path w="5760" h="4320">
                  <a:moveTo>
                    <a:pt x="0" y="0"/>
                  </a:moveTo>
                  <a:lnTo>
                    <a:pt x="0" y="4320"/>
                  </a:lnTo>
                  <a:lnTo>
                    <a:pt x="5760" y="4320"/>
                  </a:lnTo>
                  <a:lnTo>
                    <a:pt x="5760" y="0"/>
                  </a:lnTo>
                  <a:lnTo>
                    <a:pt x="0" y="0"/>
                  </a:lnTo>
                  <a:close/>
                  <a:moveTo>
                    <a:pt x="5444" y="4004"/>
                  </a:moveTo>
                  <a:lnTo>
                    <a:pt x="324" y="4004"/>
                  </a:lnTo>
                  <a:lnTo>
                    <a:pt x="324" y="324"/>
                  </a:lnTo>
                  <a:lnTo>
                    <a:pt x="5444" y="324"/>
                  </a:lnTo>
                  <a:lnTo>
                    <a:pt x="5444" y="4004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441" y="927100"/>
            <a:ext cx="6422004" cy="1653117"/>
          </a:xfrm>
        </p:spPr>
        <p:txBody>
          <a:bodyPr anchor="ctr"/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3" name="Text Placeholder 3"/>
          <p:cNvSpPr>
            <a:spLocks noGrp="1"/>
          </p:cNvSpPr>
          <p:nvPr>
            <p:ph type="body" sz="half" idx="2"/>
          </p:nvPr>
        </p:nvSpPr>
        <p:spPr>
          <a:xfrm>
            <a:off x="866441" y="3509006"/>
            <a:ext cx="6422003" cy="2515873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8" name="Rectangle 17"/>
          <p:cNvSpPr/>
          <p:nvPr/>
        </p:nvSpPr>
        <p:spPr>
          <a:xfrm>
            <a:off x="7745644" y="0"/>
            <a:ext cx="685800" cy="109945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4621433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/>
          <p:cNvGrpSpPr/>
          <p:nvPr/>
        </p:nvGrpSpPr>
        <p:grpSpPr>
          <a:xfrm>
            <a:off x="0" y="-2308"/>
            <a:ext cx="9144000" cy="6860308"/>
            <a:chOff x="0" y="-2308"/>
            <a:chExt cx="9144000" cy="6860308"/>
          </a:xfrm>
        </p:grpSpPr>
        <p:sp>
          <p:nvSpPr>
            <p:cNvPr id="13" name="Rectangle 12"/>
            <p:cNvSpPr/>
            <p:nvPr/>
          </p:nvSpPr>
          <p:spPr>
            <a:xfrm>
              <a:off x="0" y="0"/>
              <a:ext cx="9144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42000"/>
                    <a:hueMod val="42000"/>
                    <a:satMod val="124000"/>
                    <a:lumMod val="62000"/>
                  </a:schemeClr>
                  <a:schemeClr val="dk2">
                    <a:tint val="96000"/>
                    <a:satMod val="130000"/>
                  </a:schemeClr>
                </a:duotone>
              </a:blip>
              <a:srcRect/>
              <a:stretch>
                <a:fillRect l="-16667" r="-16667"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Oval 13"/>
            <p:cNvSpPr/>
            <p:nvPr/>
          </p:nvSpPr>
          <p:spPr>
            <a:xfrm>
              <a:off x="629943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1">
                    <a:lumMod val="60000"/>
                    <a:lumOff val="40000"/>
                    <a:alpha val="7000"/>
                  </a:schemeClr>
                </a:gs>
                <a:gs pos="69000">
                  <a:schemeClr val="accent1">
                    <a:lumMod val="60000"/>
                    <a:lumOff val="40000"/>
                    <a:alpha val="0"/>
                  </a:schemeClr>
                </a:gs>
                <a:gs pos="36000">
                  <a:schemeClr val="accent1">
                    <a:lumMod val="60000"/>
                    <a:lumOff val="40000"/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5689832" y="4618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1">
                    <a:lumMod val="60000"/>
                    <a:lumOff val="40000"/>
                    <a:alpha val="14000"/>
                  </a:schemeClr>
                </a:gs>
                <a:gs pos="73000">
                  <a:schemeClr val="accent1">
                    <a:lumMod val="60000"/>
                    <a:lumOff val="40000"/>
                    <a:alpha val="0"/>
                  </a:schemeClr>
                </a:gs>
                <a:gs pos="36000">
                  <a:schemeClr val="accent1">
                    <a:lumMod val="60000"/>
                    <a:lumOff val="40000"/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6299432" y="5865092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1">
                    <a:lumMod val="60000"/>
                    <a:lumOff val="40000"/>
                    <a:alpha val="10000"/>
                  </a:schemeClr>
                </a:gs>
                <a:gs pos="66000">
                  <a:schemeClr val="accent1">
                    <a:lumMod val="60000"/>
                    <a:lumOff val="40000"/>
                    <a:alpha val="0"/>
                  </a:schemeClr>
                </a:gs>
                <a:gs pos="31000">
                  <a:schemeClr val="accent1">
                    <a:lumMod val="60000"/>
                    <a:lumOff val="40000"/>
                    <a:alpha val="5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6879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1">
                    <a:lumMod val="60000"/>
                    <a:lumOff val="40000"/>
                    <a:alpha val="11000"/>
                  </a:schemeClr>
                </a:gs>
                <a:gs pos="75000">
                  <a:schemeClr val="accent1">
                    <a:lumMod val="60000"/>
                    <a:lumOff val="40000"/>
                    <a:alpha val="0"/>
                  </a:schemeClr>
                </a:gs>
                <a:gs pos="36000">
                  <a:schemeClr val="accent1">
                    <a:lumMod val="60000"/>
                    <a:lumOff val="40000"/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6879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1">
                    <a:lumMod val="60000"/>
                    <a:lumOff val="40000"/>
                    <a:alpha val="8000"/>
                  </a:schemeClr>
                </a:gs>
                <a:gs pos="72000">
                  <a:schemeClr val="accent1">
                    <a:lumMod val="60000"/>
                    <a:lumOff val="40000"/>
                    <a:alpha val="0"/>
                  </a:schemeClr>
                </a:gs>
                <a:gs pos="36000">
                  <a:schemeClr val="accent1">
                    <a:lumMod val="60000"/>
                    <a:lumOff val="40000"/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5" name="Freeform 5"/>
            <p:cNvSpPr/>
            <p:nvPr/>
          </p:nvSpPr>
          <p:spPr bwMode="gray">
            <a:xfrm rot="21010068">
              <a:off x="6359946" y="4309201"/>
              <a:ext cx="2377690" cy="317748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36" name="Freeform 35"/>
            <p:cNvSpPr/>
            <p:nvPr/>
          </p:nvSpPr>
          <p:spPr bwMode="gray">
            <a:xfrm>
              <a:off x="485023" y="4381500"/>
              <a:ext cx="8182128" cy="2130508"/>
            </a:xfrm>
            <a:custGeom>
              <a:avLst/>
              <a:gdLst/>
              <a:ahLst/>
              <a:cxnLst/>
              <a:rect l="l" t="t" r="r" b="b"/>
              <a:pathLst>
                <a:path w="10000" h="9621">
                  <a:moveTo>
                    <a:pt x="0" y="0"/>
                  </a:moveTo>
                  <a:lnTo>
                    <a:pt x="0" y="2411"/>
                  </a:lnTo>
                  <a:lnTo>
                    <a:pt x="0" y="9586"/>
                  </a:lnTo>
                  <a:lnTo>
                    <a:pt x="0" y="9621"/>
                  </a:lnTo>
                  <a:lnTo>
                    <a:pt x="10000" y="9585"/>
                  </a:lnTo>
                  <a:cubicBezTo>
                    <a:pt x="9997" y="8144"/>
                    <a:pt x="10003" y="9571"/>
                    <a:pt x="10000" y="9586"/>
                  </a:cubicBezTo>
                  <a:cubicBezTo>
                    <a:pt x="9997" y="7194"/>
                    <a:pt x="9993" y="4803"/>
                    <a:pt x="9990" y="2411"/>
                  </a:cubicBezTo>
                  <a:lnTo>
                    <a:pt x="9990" y="0"/>
                  </a:lnTo>
                  <a:lnTo>
                    <a:pt x="9990" y="0"/>
                  </a:lnTo>
                  <a:lnTo>
                    <a:pt x="9534" y="253"/>
                  </a:lnTo>
                  <a:lnTo>
                    <a:pt x="9084" y="477"/>
                  </a:lnTo>
                  <a:lnTo>
                    <a:pt x="8628" y="669"/>
                  </a:lnTo>
                  <a:lnTo>
                    <a:pt x="8177" y="847"/>
                  </a:lnTo>
                  <a:lnTo>
                    <a:pt x="7726" y="984"/>
                  </a:lnTo>
                  <a:lnTo>
                    <a:pt x="7279" y="1087"/>
                  </a:lnTo>
                  <a:lnTo>
                    <a:pt x="6832" y="1176"/>
                  </a:lnTo>
                  <a:lnTo>
                    <a:pt x="6393" y="1236"/>
                  </a:lnTo>
                  <a:lnTo>
                    <a:pt x="5962" y="1279"/>
                  </a:lnTo>
                  <a:lnTo>
                    <a:pt x="5534" y="1294"/>
                  </a:lnTo>
                  <a:lnTo>
                    <a:pt x="5120" y="1294"/>
                  </a:lnTo>
                  <a:lnTo>
                    <a:pt x="4709" y="1294"/>
                  </a:lnTo>
                  <a:lnTo>
                    <a:pt x="4311" y="1266"/>
                  </a:lnTo>
                  <a:lnTo>
                    <a:pt x="3923" y="1221"/>
                  </a:lnTo>
                  <a:lnTo>
                    <a:pt x="3548" y="1161"/>
                  </a:lnTo>
                  <a:lnTo>
                    <a:pt x="3187" y="1101"/>
                  </a:lnTo>
                  <a:lnTo>
                    <a:pt x="2840" y="1026"/>
                  </a:lnTo>
                  <a:lnTo>
                    <a:pt x="2505" y="954"/>
                  </a:lnTo>
                  <a:lnTo>
                    <a:pt x="2192" y="865"/>
                  </a:lnTo>
                  <a:lnTo>
                    <a:pt x="1889" y="775"/>
                  </a:lnTo>
                  <a:lnTo>
                    <a:pt x="1346" y="579"/>
                  </a:lnTo>
                  <a:lnTo>
                    <a:pt x="882" y="400"/>
                  </a:lnTo>
                  <a:lnTo>
                    <a:pt x="511" y="253"/>
                  </a:lnTo>
                  <a:lnTo>
                    <a:pt x="234" y="118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21" name="Freeform 5"/>
            <p:cNvSpPr>
              <a:spLocks noEditPoints="1"/>
            </p:cNvSpPr>
            <p:nvPr/>
          </p:nvSpPr>
          <p:spPr bwMode="gray">
            <a:xfrm>
              <a:off x="0" y="-2308"/>
              <a:ext cx="9144000" cy="6858000"/>
            </a:xfrm>
            <a:custGeom>
              <a:avLst/>
              <a:gdLst/>
              <a:ahLst/>
              <a:cxnLst/>
              <a:rect l="0" t="0" r="r" b="b"/>
              <a:pathLst>
                <a:path w="5760" h="4320">
                  <a:moveTo>
                    <a:pt x="0" y="0"/>
                  </a:moveTo>
                  <a:lnTo>
                    <a:pt x="0" y="4320"/>
                  </a:lnTo>
                  <a:lnTo>
                    <a:pt x="5760" y="4320"/>
                  </a:lnTo>
                  <a:lnTo>
                    <a:pt x="5760" y="0"/>
                  </a:lnTo>
                  <a:lnTo>
                    <a:pt x="0" y="0"/>
                  </a:lnTo>
                  <a:close/>
                  <a:moveTo>
                    <a:pt x="5444" y="4004"/>
                  </a:moveTo>
                  <a:lnTo>
                    <a:pt x="324" y="4004"/>
                  </a:lnTo>
                  <a:lnTo>
                    <a:pt x="324" y="324"/>
                  </a:lnTo>
                  <a:lnTo>
                    <a:pt x="5444" y="324"/>
                  </a:lnTo>
                  <a:lnTo>
                    <a:pt x="5444" y="4004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</p:grpSp>
      <p:sp>
        <p:nvSpPr>
          <p:cNvPr id="10" name="TextBox 9"/>
          <p:cNvSpPr txBox="1"/>
          <p:nvPr/>
        </p:nvSpPr>
        <p:spPr>
          <a:xfrm>
            <a:off x="644721" y="654263"/>
            <a:ext cx="601591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accent1"/>
                </a:solidFill>
                <a:latin typeface="Arial"/>
                <a:cs typeface="Arial"/>
              </a:defRPr>
            </a:lvl1pPr>
          </a:lstStyle>
          <a:p>
            <a:pPr lvl="0"/>
            <a:r>
              <a:rPr lang="en-US" sz="8000" dirty="0"/>
              <a:t>“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227454" y="2900539"/>
            <a:ext cx="538973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accent1"/>
                </a:solidFill>
                <a:latin typeface="Arial"/>
                <a:cs typeface="Arial"/>
              </a:defRPr>
            </a:lvl1pPr>
          </a:lstStyle>
          <a:p>
            <a:pPr lvl="0"/>
            <a:r>
              <a:rPr lang="en-US" sz="8000" dirty="0"/>
              <a:t>”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28059" y="914401"/>
            <a:ext cx="6160385" cy="2894878"/>
          </a:xfrm>
        </p:spPr>
        <p:txBody>
          <a:bodyPr/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7" name="Text Placeholder 3"/>
          <p:cNvSpPr>
            <a:spLocks noGrp="1"/>
          </p:cNvSpPr>
          <p:nvPr>
            <p:ph type="body" sz="half" idx="13"/>
          </p:nvPr>
        </p:nvSpPr>
        <p:spPr>
          <a:xfrm>
            <a:off x="1387279" y="3814473"/>
            <a:ext cx="5646142" cy="333113"/>
          </a:xfrm>
        </p:spPr>
        <p:txBody>
          <a:bodyPr>
            <a:normAutofit/>
          </a:bodyPr>
          <a:lstStyle>
            <a:lvl1pPr marL="0" indent="0">
              <a:buNone/>
              <a:defRPr lang="en-US" sz="1400" b="0" i="0" kern="1200" cap="small" dirty="0">
                <a:solidFill>
                  <a:schemeClr val="accent1"/>
                </a:solidFill>
                <a:ea typeface="+mn-ea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3"/>
          <p:cNvSpPr>
            <a:spLocks noGrp="1"/>
          </p:cNvSpPr>
          <p:nvPr>
            <p:ph type="body" sz="half" idx="2"/>
          </p:nvPr>
        </p:nvSpPr>
        <p:spPr>
          <a:xfrm>
            <a:off x="866440" y="5000815"/>
            <a:ext cx="6422005" cy="1024065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 sz="900"/>
            </a:lvl1pPr>
          </a:lstStyle>
          <a:p>
            <a:fld id="{5BCAD085-E8A6-8845-BD4E-CB4CCA059FC4}" type="datetimeFigureOut">
              <a:rPr lang="en-US" smtClean="0"/>
              <a:t>6/28/2026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sz="900"/>
            </a:lvl1pPr>
          </a:lstStyle>
          <a:p>
            <a:endParaRPr lang="en-US"/>
          </a:p>
        </p:txBody>
      </p:sp>
      <p:sp>
        <p:nvSpPr>
          <p:cNvPr id="43" name="Rectangle 42"/>
          <p:cNvSpPr/>
          <p:nvPr/>
        </p:nvSpPr>
        <p:spPr>
          <a:xfrm>
            <a:off x="7745644" y="0"/>
            <a:ext cx="685800" cy="109945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30431517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2308"/>
            <a:ext cx="9144000" cy="6860308"/>
            <a:chOff x="0" y="-2308"/>
            <a:chExt cx="9144000" cy="6860308"/>
          </a:xfrm>
        </p:grpSpPr>
        <p:sp>
          <p:nvSpPr>
            <p:cNvPr id="10" name="Rectangle 9"/>
            <p:cNvSpPr/>
            <p:nvPr/>
          </p:nvSpPr>
          <p:spPr>
            <a:xfrm>
              <a:off x="0" y="0"/>
              <a:ext cx="9144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42000"/>
                    <a:hueMod val="42000"/>
                    <a:satMod val="124000"/>
                    <a:lumMod val="62000"/>
                  </a:schemeClr>
                  <a:schemeClr val="dk2">
                    <a:tint val="96000"/>
                    <a:satMod val="130000"/>
                  </a:schemeClr>
                </a:duotone>
              </a:blip>
              <a:srcRect/>
              <a:stretch>
                <a:fillRect l="-16667" r="-16667"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3" name="Oval 12"/>
            <p:cNvSpPr/>
            <p:nvPr/>
          </p:nvSpPr>
          <p:spPr>
            <a:xfrm>
              <a:off x="629943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1">
                    <a:lumMod val="60000"/>
                    <a:lumOff val="40000"/>
                    <a:alpha val="7000"/>
                  </a:schemeClr>
                </a:gs>
                <a:gs pos="69000">
                  <a:schemeClr val="accent1">
                    <a:lumMod val="60000"/>
                    <a:lumOff val="40000"/>
                    <a:alpha val="0"/>
                  </a:schemeClr>
                </a:gs>
                <a:gs pos="36000">
                  <a:schemeClr val="accent1">
                    <a:lumMod val="60000"/>
                    <a:lumOff val="40000"/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Oval 13"/>
            <p:cNvSpPr/>
            <p:nvPr/>
          </p:nvSpPr>
          <p:spPr>
            <a:xfrm>
              <a:off x="5689832" y="4618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1">
                    <a:lumMod val="60000"/>
                    <a:lumOff val="40000"/>
                    <a:alpha val="14000"/>
                  </a:schemeClr>
                </a:gs>
                <a:gs pos="73000">
                  <a:schemeClr val="accent1">
                    <a:lumMod val="60000"/>
                    <a:lumOff val="40000"/>
                    <a:alpha val="0"/>
                  </a:schemeClr>
                </a:gs>
                <a:gs pos="36000">
                  <a:schemeClr val="accent1">
                    <a:lumMod val="60000"/>
                    <a:lumOff val="40000"/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6299432" y="5865092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1">
                    <a:lumMod val="60000"/>
                    <a:lumOff val="40000"/>
                    <a:alpha val="10000"/>
                  </a:schemeClr>
                </a:gs>
                <a:gs pos="66000">
                  <a:schemeClr val="accent1">
                    <a:lumMod val="60000"/>
                    <a:lumOff val="40000"/>
                    <a:alpha val="0"/>
                  </a:schemeClr>
                </a:gs>
                <a:gs pos="31000">
                  <a:schemeClr val="accent1">
                    <a:lumMod val="60000"/>
                    <a:lumOff val="40000"/>
                    <a:alpha val="5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6879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1">
                    <a:lumMod val="60000"/>
                    <a:lumOff val="40000"/>
                    <a:alpha val="11000"/>
                  </a:schemeClr>
                </a:gs>
                <a:gs pos="75000">
                  <a:schemeClr val="accent1">
                    <a:lumMod val="60000"/>
                    <a:lumOff val="40000"/>
                    <a:alpha val="0"/>
                  </a:schemeClr>
                </a:gs>
                <a:gs pos="36000">
                  <a:schemeClr val="accent1">
                    <a:lumMod val="60000"/>
                    <a:lumOff val="40000"/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6879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1">
                    <a:lumMod val="60000"/>
                    <a:lumOff val="40000"/>
                    <a:alpha val="8000"/>
                  </a:schemeClr>
                </a:gs>
                <a:gs pos="72000">
                  <a:schemeClr val="accent1">
                    <a:lumMod val="60000"/>
                    <a:lumOff val="40000"/>
                    <a:alpha val="0"/>
                  </a:schemeClr>
                </a:gs>
                <a:gs pos="36000">
                  <a:schemeClr val="accent1">
                    <a:lumMod val="60000"/>
                    <a:lumOff val="40000"/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Freeform 5"/>
            <p:cNvSpPr/>
            <p:nvPr/>
          </p:nvSpPr>
          <p:spPr bwMode="gray">
            <a:xfrm rot="21010068">
              <a:off x="6359946" y="4311243"/>
              <a:ext cx="2377690" cy="317748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2" name="Freeform 11"/>
            <p:cNvSpPr/>
            <p:nvPr/>
          </p:nvSpPr>
          <p:spPr bwMode="gray">
            <a:xfrm>
              <a:off x="485023" y="4381500"/>
              <a:ext cx="8182128" cy="2130508"/>
            </a:xfrm>
            <a:custGeom>
              <a:avLst/>
              <a:gdLst/>
              <a:ahLst/>
              <a:cxnLst/>
              <a:rect l="l" t="t" r="r" b="b"/>
              <a:pathLst>
                <a:path w="10000" h="9621">
                  <a:moveTo>
                    <a:pt x="0" y="0"/>
                  </a:moveTo>
                  <a:lnTo>
                    <a:pt x="0" y="2411"/>
                  </a:lnTo>
                  <a:lnTo>
                    <a:pt x="0" y="9586"/>
                  </a:lnTo>
                  <a:lnTo>
                    <a:pt x="0" y="9621"/>
                  </a:lnTo>
                  <a:lnTo>
                    <a:pt x="10000" y="9585"/>
                  </a:lnTo>
                  <a:cubicBezTo>
                    <a:pt x="9997" y="8144"/>
                    <a:pt x="10003" y="9571"/>
                    <a:pt x="10000" y="9586"/>
                  </a:cubicBezTo>
                  <a:cubicBezTo>
                    <a:pt x="9997" y="7194"/>
                    <a:pt x="9993" y="4803"/>
                    <a:pt x="9990" y="2411"/>
                  </a:cubicBezTo>
                  <a:lnTo>
                    <a:pt x="9990" y="0"/>
                  </a:lnTo>
                  <a:lnTo>
                    <a:pt x="9990" y="0"/>
                  </a:lnTo>
                  <a:lnTo>
                    <a:pt x="9534" y="253"/>
                  </a:lnTo>
                  <a:lnTo>
                    <a:pt x="9084" y="477"/>
                  </a:lnTo>
                  <a:lnTo>
                    <a:pt x="8628" y="669"/>
                  </a:lnTo>
                  <a:lnTo>
                    <a:pt x="8177" y="847"/>
                  </a:lnTo>
                  <a:lnTo>
                    <a:pt x="7726" y="984"/>
                  </a:lnTo>
                  <a:lnTo>
                    <a:pt x="7279" y="1087"/>
                  </a:lnTo>
                  <a:lnTo>
                    <a:pt x="6832" y="1176"/>
                  </a:lnTo>
                  <a:lnTo>
                    <a:pt x="6393" y="1236"/>
                  </a:lnTo>
                  <a:lnTo>
                    <a:pt x="5962" y="1279"/>
                  </a:lnTo>
                  <a:lnTo>
                    <a:pt x="5534" y="1294"/>
                  </a:lnTo>
                  <a:lnTo>
                    <a:pt x="5120" y="1294"/>
                  </a:lnTo>
                  <a:lnTo>
                    <a:pt x="4709" y="1294"/>
                  </a:lnTo>
                  <a:lnTo>
                    <a:pt x="4311" y="1266"/>
                  </a:lnTo>
                  <a:lnTo>
                    <a:pt x="3923" y="1221"/>
                  </a:lnTo>
                  <a:lnTo>
                    <a:pt x="3548" y="1161"/>
                  </a:lnTo>
                  <a:lnTo>
                    <a:pt x="3187" y="1101"/>
                  </a:lnTo>
                  <a:lnTo>
                    <a:pt x="2840" y="1026"/>
                  </a:lnTo>
                  <a:lnTo>
                    <a:pt x="2505" y="954"/>
                  </a:lnTo>
                  <a:lnTo>
                    <a:pt x="2192" y="865"/>
                  </a:lnTo>
                  <a:lnTo>
                    <a:pt x="1889" y="775"/>
                  </a:lnTo>
                  <a:lnTo>
                    <a:pt x="1346" y="579"/>
                  </a:lnTo>
                  <a:lnTo>
                    <a:pt x="882" y="400"/>
                  </a:lnTo>
                  <a:lnTo>
                    <a:pt x="511" y="253"/>
                  </a:lnTo>
                  <a:lnTo>
                    <a:pt x="234" y="118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9" name="Freeform 5"/>
            <p:cNvSpPr>
              <a:spLocks noEditPoints="1"/>
            </p:cNvSpPr>
            <p:nvPr/>
          </p:nvSpPr>
          <p:spPr bwMode="gray">
            <a:xfrm>
              <a:off x="0" y="-2308"/>
              <a:ext cx="9144000" cy="6858000"/>
            </a:xfrm>
            <a:custGeom>
              <a:avLst/>
              <a:gdLst/>
              <a:ahLst/>
              <a:cxnLst/>
              <a:rect l="0" t="0" r="r" b="b"/>
              <a:pathLst>
                <a:path w="5760" h="4320">
                  <a:moveTo>
                    <a:pt x="0" y="0"/>
                  </a:moveTo>
                  <a:lnTo>
                    <a:pt x="0" y="4320"/>
                  </a:lnTo>
                  <a:lnTo>
                    <a:pt x="5760" y="4320"/>
                  </a:lnTo>
                  <a:lnTo>
                    <a:pt x="5760" y="0"/>
                  </a:lnTo>
                  <a:lnTo>
                    <a:pt x="0" y="0"/>
                  </a:lnTo>
                  <a:close/>
                  <a:moveTo>
                    <a:pt x="5444" y="4004"/>
                  </a:moveTo>
                  <a:lnTo>
                    <a:pt x="324" y="4004"/>
                  </a:lnTo>
                  <a:lnTo>
                    <a:pt x="324" y="324"/>
                  </a:lnTo>
                  <a:lnTo>
                    <a:pt x="5444" y="324"/>
                  </a:lnTo>
                  <a:lnTo>
                    <a:pt x="5444" y="4004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441" y="2057399"/>
            <a:ext cx="6422004" cy="2095501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66441" y="5159399"/>
            <a:ext cx="6422004" cy="860400"/>
          </a:xfrm>
        </p:spPr>
        <p:txBody>
          <a:bodyPr anchor="t"/>
          <a:lstStyle>
            <a:lvl1pPr marL="0" indent="0" algn="l">
              <a:buNone/>
              <a:defRPr sz="2000" cap="none">
                <a:solidFill>
                  <a:schemeClr val="accent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5" name="Rectangle 14"/>
          <p:cNvSpPr/>
          <p:nvPr/>
        </p:nvSpPr>
        <p:spPr>
          <a:xfrm>
            <a:off x="7745644" y="0"/>
            <a:ext cx="685800" cy="109945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6907578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8884" y="927101"/>
            <a:ext cx="6423592" cy="709864"/>
          </a:xfrm>
        </p:spPr>
        <p:txBody>
          <a:bodyPr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68884" y="2489199"/>
            <a:ext cx="2310988" cy="657962"/>
          </a:xfrm>
        </p:spPr>
        <p:txBody>
          <a:bodyPr anchor="b">
            <a:noAutofit/>
          </a:bodyPr>
          <a:lstStyle>
            <a:lvl1pPr marL="0" indent="0">
              <a:buNone/>
              <a:defRPr sz="20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3"/>
          <p:cNvSpPr>
            <a:spLocks noGrp="1"/>
          </p:cNvSpPr>
          <p:nvPr>
            <p:ph type="body" sz="half" idx="15"/>
          </p:nvPr>
        </p:nvSpPr>
        <p:spPr>
          <a:xfrm>
            <a:off x="868884" y="3147164"/>
            <a:ext cx="2310988" cy="2877715"/>
          </a:xfrm>
        </p:spPr>
        <p:txBody>
          <a:bodyPr anchor="t"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408471" y="2489201"/>
            <a:ext cx="2326750" cy="657962"/>
          </a:xfrm>
        </p:spPr>
        <p:txBody>
          <a:bodyPr anchor="b">
            <a:noAutofit/>
          </a:bodyPr>
          <a:lstStyle>
            <a:lvl1pPr marL="0" indent="0">
              <a:buNone/>
              <a:defRPr sz="20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Text Placeholder 3"/>
          <p:cNvSpPr>
            <a:spLocks noGrp="1"/>
          </p:cNvSpPr>
          <p:nvPr>
            <p:ph type="body" sz="half" idx="16"/>
          </p:nvPr>
        </p:nvSpPr>
        <p:spPr>
          <a:xfrm>
            <a:off x="3408472" y="3147164"/>
            <a:ext cx="2326750" cy="2888366"/>
          </a:xfrm>
        </p:spPr>
        <p:txBody>
          <a:bodyPr anchor="t"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5963820" y="2489200"/>
            <a:ext cx="2313740" cy="657961"/>
          </a:xfrm>
        </p:spPr>
        <p:txBody>
          <a:bodyPr anchor="b">
            <a:noAutofit/>
          </a:bodyPr>
          <a:lstStyle>
            <a:lvl1pPr marL="0" indent="0">
              <a:buNone/>
              <a:defRPr sz="20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7"/>
          </p:nvPr>
        </p:nvSpPr>
        <p:spPr>
          <a:xfrm>
            <a:off x="5963820" y="3147162"/>
            <a:ext cx="2313739" cy="2888368"/>
          </a:xfrm>
        </p:spPr>
        <p:txBody>
          <a:bodyPr anchor="t"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19" name="Straight Connector 18"/>
          <p:cNvCxnSpPr/>
          <p:nvPr/>
        </p:nvCxnSpPr>
        <p:spPr>
          <a:xfrm>
            <a:off x="3294530" y="2489201"/>
            <a:ext cx="0" cy="3546328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/>
          <p:cNvCxnSpPr/>
          <p:nvPr/>
        </p:nvCxnSpPr>
        <p:spPr>
          <a:xfrm>
            <a:off x="5849521" y="2489201"/>
            <a:ext cx="0" cy="3546328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6/28/2026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30336522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441" y="936973"/>
            <a:ext cx="6423592" cy="699992"/>
          </a:xfrm>
        </p:spPr>
        <p:txBody>
          <a:bodyPr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66439" y="4188546"/>
            <a:ext cx="2314064" cy="649011"/>
          </a:xfrm>
        </p:spPr>
        <p:txBody>
          <a:bodyPr anchor="b">
            <a:noAutofit/>
          </a:bodyPr>
          <a:lstStyle>
            <a:lvl1pPr marL="0" indent="0">
              <a:buNone/>
              <a:defRPr sz="20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9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1021261" y="2489200"/>
            <a:ext cx="2012937" cy="1447342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3" name="Text Placeholder 3"/>
          <p:cNvSpPr>
            <a:spLocks noGrp="1"/>
          </p:cNvSpPr>
          <p:nvPr>
            <p:ph type="body" sz="half" idx="18"/>
          </p:nvPr>
        </p:nvSpPr>
        <p:spPr>
          <a:xfrm>
            <a:off x="866438" y="4837558"/>
            <a:ext cx="2309280" cy="1187322"/>
          </a:xfrm>
        </p:spPr>
        <p:txBody>
          <a:bodyPr anchor="t"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404317" y="4188546"/>
            <a:ext cx="2330903" cy="657962"/>
          </a:xfrm>
        </p:spPr>
        <p:txBody>
          <a:bodyPr anchor="b">
            <a:noAutofit/>
          </a:bodyPr>
          <a:lstStyle>
            <a:lvl1pPr marL="0" indent="0">
              <a:buNone/>
              <a:defRPr sz="20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0" name="Picture Placeholder 2"/>
          <p:cNvSpPr>
            <a:spLocks noGrp="1" noChangeAspect="1"/>
          </p:cNvSpPr>
          <p:nvPr>
            <p:ph type="pic" idx="16"/>
          </p:nvPr>
        </p:nvSpPr>
        <p:spPr>
          <a:xfrm>
            <a:off x="3550622" y="2489200"/>
            <a:ext cx="2025182" cy="1447342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3404317" y="4846509"/>
            <a:ext cx="2330904" cy="1178372"/>
          </a:xfrm>
        </p:spPr>
        <p:txBody>
          <a:bodyPr anchor="t"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5963820" y="4184814"/>
            <a:ext cx="2299492" cy="657962"/>
          </a:xfrm>
        </p:spPr>
        <p:txBody>
          <a:bodyPr anchor="b">
            <a:noAutofit/>
          </a:bodyPr>
          <a:lstStyle>
            <a:lvl1pPr marL="0" indent="0">
              <a:buNone/>
              <a:defRPr sz="20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1" name="Picture Placeholder 2"/>
          <p:cNvSpPr>
            <a:spLocks noGrp="1" noChangeAspect="1"/>
          </p:cNvSpPr>
          <p:nvPr>
            <p:ph type="pic" idx="17"/>
          </p:nvPr>
        </p:nvSpPr>
        <p:spPr>
          <a:xfrm>
            <a:off x="6104945" y="2489200"/>
            <a:ext cx="2018839" cy="1447342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5963820" y="4846510"/>
            <a:ext cx="2299492" cy="1189020"/>
          </a:xfrm>
        </p:spPr>
        <p:txBody>
          <a:bodyPr anchor="t"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21" name="Straight Connector 20"/>
          <p:cNvCxnSpPr/>
          <p:nvPr/>
        </p:nvCxnSpPr>
        <p:spPr>
          <a:xfrm>
            <a:off x="3290019" y="2489201"/>
            <a:ext cx="0" cy="3546328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Straight Connector 21"/>
          <p:cNvCxnSpPr/>
          <p:nvPr/>
        </p:nvCxnSpPr>
        <p:spPr>
          <a:xfrm>
            <a:off x="5849521" y="2489201"/>
            <a:ext cx="0" cy="3546328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6/28/2026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53621278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66441" y="2489200"/>
            <a:ext cx="6343201" cy="3530600"/>
          </a:xfrm>
        </p:spPr>
        <p:txBody>
          <a:bodyPr vert="eaVert" anchor="t" anchorCtr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sz="900"/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06068778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Group 9"/>
          <p:cNvGrpSpPr/>
          <p:nvPr/>
        </p:nvGrpSpPr>
        <p:grpSpPr>
          <a:xfrm>
            <a:off x="0" y="-2308"/>
            <a:ext cx="9144000" cy="6860308"/>
            <a:chOff x="0" y="-2308"/>
            <a:chExt cx="9144000" cy="6860308"/>
          </a:xfrm>
        </p:grpSpPr>
        <p:sp>
          <p:nvSpPr>
            <p:cNvPr id="11" name="Rectangle 10"/>
            <p:cNvSpPr/>
            <p:nvPr/>
          </p:nvSpPr>
          <p:spPr>
            <a:xfrm>
              <a:off x="0" y="0"/>
              <a:ext cx="9144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42000"/>
                    <a:hueMod val="42000"/>
                    <a:satMod val="124000"/>
                    <a:lumMod val="62000"/>
                  </a:schemeClr>
                  <a:schemeClr val="dk2">
                    <a:tint val="96000"/>
                    <a:satMod val="130000"/>
                  </a:schemeClr>
                </a:duotone>
              </a:blip>
              <a:srcRect/>
              <a:stretch>
                <a:fillRect l="-16667" r="-16667"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2" name="Oval 11"/>
            <p:cNvSpPr/>
            <p:nvPr/>
          </p:nvSpPr>
          <p:spPr>
            <a:xfrm>
              <a:off x="629943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1">
                    <a:lumMod val="60000"/>
                    <a:lumOff val="40000"/>
                    <a:alpha val="7000"/>
                  </a:schemeClr>
                </a:gs>
                <a:gs pos="69000">
                  <a:schemeClr val="accent1">
                    <a:lumMod val="60000"/>
                    <a:lumOff val="40000"/>
                    <a:alpha val="0"/>
                  </a:schemeClr>
                </a:gs>
                <a:gs pos="36000">
                  <a:schemeClr val="accent1">
                    <a:lumMod val="60000"/>
                    <a:lumOff val="40000"/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Oval 13"/>
            <p:cNvSpPr/>
            <p:nvPr/>
          </p:nvSpPr>
          <p:spPr>
            <a:xfrm>
              <a:off x="5689832" y="4618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1">
                    <a:lumMod val="60000"/>
                    <a:lumOff val="40000"/>
                    <a:alpha val="14000"/>
                  </a:schemeClr>
                </a:gs>
                <a:gs pos="73000">
                  <a:schemeClr val="accent1">
                    <a:lumMod val="60000"/>
                    <a:lumOff val="40000"/>
                    <a:alpha val="0"/>
                  </a:schemeClr>
                </a:gs>
                <a:gs pos="36000">
                  <a:schemeClr val="accent1">
                    <a:lumMod val="60000"/>
                    <a:lumOff val="40000"/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6299432" y="5865092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1">
                    <a:lumMod val="60000"/>
                    <a:lumOff val="40000"/>
                    <a:alpha val="10000"/>
                  </a:schemeClr>
                </a:gs>
                <a:gs pos="66000">
                  <a:schemeClr val="accent1">
                    <a:lumMod val="60000"/>
                    <a:lumOff val="40000"/>
                    <a:alpha val="0"/>
                  </a:schemeClr>
                </a:gs>
                <a:gs pos="31000">
                  <a:schemeClr val="accent1">
                    <a:lumMod val="60000"/>
                    <a:lumOff val="40000"/>
                    <a:alpha val="5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6879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1">
                    <a:lumMod val="60000"/>
                    <a:lumOff val="40000"/>
                    <a:alpha val="11000"/>
                  </a:schemeClr>
                </a:gs>
                <a:gs pos="75000">
                  <a:schemeClr val="accent1">
                    <a:lumMod val="60000"/>
                    <a:lumOff val="40000"/>
                    <a:alpha val="0"/>
                  </a:schemeClr>
                </a:gs>
                <a:gs pos="36000">
                  <a:schemeClr val="accent1">
                    <a:lumMod val="60000"/>
                    <a:lumOff val="40000"/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6879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1">
                    <a:lumMod val="60000"/>
                    <a:lumOff val="40000"/>
                    <a:alpha val="8000"/>
                  </a:schemeClr>
                </a:gs>
                <a:gs pos="72000">
                  <a:schemeClr val="accent1">
                    <a:lumMod val="60000"/>
                    <a:lumOff val="40000"/>
                    <a:alpha val="0"/>
                  </a:schemeClr>
                </a:gs>
                <a:gs pos="36000">
                  <a:schemeClr val="accent1">
                    <a:lumMod val="60000"/>
                    <a:lumOff val="40000"/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9" name="Freeform 5"/>
            <p:cNvSpPr/>
            <p:nvPr/>
          </p:nvSpPr>
          <p:spPr bwMode="gray">
            <a:xfrm rot="4966650">
              <a:off x="4673046" y="5107506"/>
              <a:ext cx="2377690" cy="317748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7" name="Rectangle 6"/>
            <p:cNvSpPr/>
            <p:nvPr/>
          </p:nvSpPr>
          <p:spPr>
            <a:xfrm>
              <a:off x="414867" y="402165"/>
              <a:ext cx="4610565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8" name="Freeform 7"/>
            <p:cNvSpPr/>
            <p:nvPr/>
          </p:nvSpPr>
          <p:spPr bwMode="gray">
            <a:xfrm rot="5400000">
              <a:off x="1299309" y="1765596"/>
              <a:ext cx="5995993" cy="3326809"/>
            </a:xfrm>
            <a:custGeom>
              <a:avLst/>
              <a:gdLst/>
              <a:ahLst/>
              <a:cxnLst/>
              <a:rect l="0" t="0" r="r" b="b"/>
              <a:pathLst>
                <a:path w="4960" h="2752">
                  <a:moveTo>
                    <a:pt x="0" y="0"/>
                  </a:moveTo>
                  <a:lnTo>
                    <a:pt x="0" y="324"/>
                  </a:lnTo>
                  <a:lnTo>
                    <a:pt x="0" y="1992"/>
                  </a:lnTo>
                  <a:lnTo>
                    <a:pt x="0" y="2752"/>
                  </a:lnTo>
                  <a:lnTo>
                    <a:pt x="4960" y="2752"/>
                  </a:lnTo>
                  <a:lnTo>
                    <a:pt x="4960" y="1992"/>
                  </a:lnTo>
                  <a:lnTo>
                    <a:pt x="4960" y="324"/>
                  </a:lnTo>
                  <a:lnTo>
                    <a:pt x="4960" y="0"/>
                  </a:lnTo>
                  <a:lnTo>
                    <a:pt x="4960" y="0"/>
                  </a:lnTo>
                  <a:lnTo>
                    <a:pt x="4734" y="34"/>
                  </a:lnTo>
                  <a:lnTo>
                    <a:pt x="4510" y="64"/>
                  </a:lnTo>
                  <a:lnTo>
                    <a:pt x="4284" y="90"/>
                  </a:lnTo>
                  <a:lnTo>
                    <a:pt x="4060" y="114"/>
                  </a:lnTo>
                  <a:lnTo>
                    <a:pt x="3836" y="132"/>
                  </a:lnTo>
                  <a:lnTo>
                    <a:pt x="3614" y="146"/>
                  </a:lnTo>
                  <a:lnTo>
                    <a:pt x="3392" y="158"/>
                  </a:lnTo>
                  <a:lnTo>
                    <a:pt x="3174" y="166"/>
                  </a:lnTo>
                  <a:lnTo>
                    <a:pt x="2960" y="172"/>
                  </a:lnTo>
                  <a:lnTo>
                    <a:pt x="2748" y="174"/>
                  </a:lnTo>
                  <a:lnTo>
                    <a:pt x="2542" y="174"/>
                  </a:lnTo>
                  <a:lnTo>
                    <a:pt x="2338" y="174"/>
                  </a:lnTo>
                  <a:lnTo>
                    <a:pt x="2140" y="170"/>
                  </a:lnTo>
                  <a:lnTo>
                    <a:pt x="1948" y="164"/>
                  </a:lnTo>
                  <a:lnTo>
                    <a:pt x="1762" y="156"/>
                  </a:lnTo>
                  <a:lnTo>
                    <a:pt x="1582" y="148"/>
                  </a:lnTo>
                  <a:lnTo>
                    <a:pt x="1410" y="138"/>
                  </a:lnTo>
                  <a:lnTo>
                    <a:pt x="1244" y="128"/>
                  </a:lnTo>
                  <a:lnTo>
                    <a:pt x="1088" y="116"/>
                  </a:lnTo>
                  <a:lnTo>
                    <a:pt x="938" y="104"/>
                  </a:lnTo>
                  <a:lnTo>
                    <a:pt x="668" y="78"/>
                  </a:lnTo>
                  <a:lnTo>
                    <a:pt x="438" y="54"/>
                  </a:lnTo>
                  <a:lnTo>
                    <a:pt x="254" y="34"/>
                  </a:lnTo>
                  <a:lnTo>
                    <a:pt x="116" y="16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8" name="Freeform 5"/>
            <p:cNvSpPr>
              <a:spLocks noEditPoints="1"/>
            </p:cNvSpPr>
            <p:nvPr/>
          </p:nvSpPr>
          <p:spPr bwMode="gray">
            <a:xfrm>
              <a:off x="0" y="-2308"/>
              <a:ext cx="9144000" cy="6858000"/>
            </a:xfrm>
            <a:custGeom>
              <a:avLst/>
              <a:gdLst/>
              <a:ahLst/>
              <a:cxnLst/>
              <a:rect l="0" t="0" r="r" b="b"/>
              <a:pathLst>
                <a:path w="5760" h="4320">
                  <a:moveTo>
                    <a:pt x="0" y="0"/>
                  </a:moveTo>
                  <a:lnTo>
                    <a:pt x="0" y="4320"/>
                  </a:lnTo>
                  <a:lnTo>
                    <a:pt x="5760" y="4320"/>
                  </a:lnTo>
                  <a:lnTo>
                    <a:pt x="5760" y="0"/>
                  </a:lnTo>
                  <a:lnTo>
                    <a:pt x="0" y="0"/>
                  </a:lnTo>
                  <a:close/>
                  <a:moveTo>
                    <a:pt x="5444" y="4004"/>
                  </a:moveTo>
                  <a:lnTo>
                    <a:pt x="324" y="4004"/>
                  </a:lnTo>
                  <a:lnTo>
                    <a:pt x="324" y="324"/>
                  </a:lnTo>
                  <a:lnTo>
                    <a:pt x="5444" y="324"/>
                  </a:lnTo>
                  <a:lnTo>
                    <a:pt x="5444" y="4004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</p:grp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168970" y="1447799"/>
            <a:ext cx="1119474" cy="4571999"/>
          </a:xfrm>
        </p:spPr>
        <p:txBody>
          <a:bodyPr vert="eaVert" anchor="b" anchorCtr="0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48235" y="1447799"/>
            <a:ext cx="4435439" cy="4571999"/>
          </a:xfrm>
        </p:spPr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3" name="Rectangle 12"/>
          <p:cNvSpPr/>
          <p:nvPr/>
        </p:nvSpPr>
        <p:spPr>
          <a:xfrm>
            <a:off x="7745644" y="0"/>
            <a:ext cx="685800" cy="109945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9607598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1.jpe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2308"/>
            <a:ext cx="9144000" cy="6860308"/>
            <a:chOff x="0" y="-2308"/>
            <a:chExt cx="9144000" cy="6860308"/>
          </a:xfrm>
        </p:grpSpPr>
        <p:sp>
          <p:nvSpPr>
            <p:cNvPr id="15" name="Rectangle 14"/>
            <p:cNvSpPr/>
            <p:nvPr/>
          </p:nvSpPr>
          <p:spPr>
            <a:xfrm>
              <a:off x="0" y="0"/>
              <a:ext cx="9144000" cy="6858000"/>
            </a:xfrm>
            <a:prstGeom prst="rect">
              <a:avLst/>
            </a:prstGeom>
            <a:blipFill>
              <a:blip r:embed="rId19">
                <a:duotone>
                  <a:schemeClr val="dk2">
                    <a:shade val="42000"/>
                    <a:hueMod val="42000"/>
                    <a:satMod val="124000"/>
                    <a:lumMod val="62000"/>
                  </a:schemeClr>
                  <a:schemeClr val="dk2">
                    <a:tint val="96000"/>
                    <a:satMod val="130000"/>
                  </a:schemeClr>
                </a:duotone>
              </a:blip>
              <a:srcRect/>
              <a:stretch>
                <a:fillRect l="-16667" r="-16667"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Oval 21"/>
            <p:cNvSpPr/>
            <p:nvPr/>
          </p:nvSpPr>
          <p:spPr>
            <a:xfrm>
              <a:off x="629943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1">
                    <a:lumMod val="60000"/>
                    <a:lumOff val="40000"/>
                    <a:alpha val="7000"/>
                  </a:schemeClr>
                </a:gs>
                <a:gs pos="69000">
                  <a:schemeClr val="accent1">
                    <a:lumMod val="60000"/>
                    <a:lumOff val="40000"/>
                    <a:alpha val="0"/>
                  </a:schemeClr>
                </a:gs>
                <a:gs pos="36000">
                  <a:schemeClr val="accent1">
                    <a:lumMod val="60000"/>
                    <a:lumOff val="40000"/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Oval 22"/>
            <p:cNvSpPr/>
            <p:nvPr/>
          </p:nvSpPr>
          <p:spPr>
            <a:xfrm>
              <a:off x="5689832" y="4618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1">
                    <a:lumMod val="60000"/>
                    <a:lumOff val="40000"/>
                    <a:alpha val="14000"/>
                  </a:schemeClr>
                </a:gs>
                <a:gs pos="73000">
                  <a:schemeClr val="accent1">
                    <a:lumMod val="60000"/>
                    <a:lumOff val="40000"/>
                    <a:alpha val="0"/>
                  </a:schemeClr>
                </a:gs>
                <a:gs pos="36000">
                  <a:schemeClr val="accent1">
                    <a:lumMod val="60000"/>
                    <a:lumOff val="40000"/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Oval 23"/>
            <p:cNvSpPr/>
            <p:nvPr/>
          </p:nvSpPr>
          <p:spPr>
            <a:xfrm>
              <a:off x="6299432" y="5865092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1">
                    <a:lumMod val="60000"/>
                    <a:lumOff val="40000"/>
                    <a:alpha val="10000"/>
                  </a:schemeClr>
                </a:gs>
                <a:gs pos="66000">
                  <a:schemeClr val="accent1">
                    <a:lumMod val="60000"/>
                    <a:lumOff val="40000"/>
                    <a:alpha val="0"/>
                  </a:schemeClr>
                </a:gs>
                <a:gs pos="31000">
                  <a:schemeClr val="accent1">
                    <a:lumMod val="60000"/>
                    <a:lumOff val="40000"/>
                    <a:alpha val="5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6879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1">
                    <a:lumMod val="60000"/>
                    <a:lumOff val="40000"/>
                    <a:alpha val="11000"/>
                  </a:schemeClr>
                </a:gs>
                <a:gs pos="75000">
                  <a:schemeClr val="accent1">
                    <a:lumMod val="60000"/>
                    <a:lumOff val="40000"/>
                    <a:alpha val="0"/>
                  </a:schemeClr>
                </a:gs>
                <a:gs pos="36000">
                  <a:schemeClr val="accent1">
                    <a:lumMod val="60000"/>
                    <a:lumOff val="40000"/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Oval 20"/>
            <p:cNvSpPr/>
            <p:nvPr/>
          </p:nvSpPr>
          <p:spPr>
            <a:xfrm>
              <a:off x="6879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1">
                    <a:lumMod val="60000"/>
                    <a:lumOff val="40000"/>
                    <a:alpha val="8000"/>
                  </a:schemeClr>
                </a:gs>
                <a:gs pos="72000">
                  <a:schemeClr val="accent1">
                    <a:lumMod val="60000"/>
                    <a:lumOff val="40000"/>
                    <a:alpha val="0"/>
                  </a:schemeClr>
                </a:gs>
                <a:gs pos="36000">
                  <a:schemeClr val="accent1">
                    <a:lumMod val="60000"/>
                    <a:lumOff val="40000"/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Freeform 5"/>
            <p:cNvSpPr/>
            <p:nvPr/>
          </p:nvSpPr>
          <p:spPr bwMode="gray">
            <a:xfrm rot="21010068">
              <a:off x="6359946" y="1790293"/>
              <a:ext cx="2377690" cy="317748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4" name="Freeform 13"/>
            <p:cNvSpPr/>
            <p:nvPr/>
          </p:nvSpPr>
          <p:spPr bwMode="gray">
            <a:xfrm>
              <a:off x="485023" y="1854142"/>
              <a:ext cx="8173954" cy="4535226"/>
            </a:xfrm>
            <a:custGeom>
              <a:avLst/>
              <a:gdLst/>
              <a:ahLst/>
              <a:cxnLst/>
              <a:rect l="0" t="0" r="r" b="b"/>
              <a:pathLst>
                <a:path w="4960" h="2752">
                  <a:moveTo>
                    <a:pt x="0" y="0"/>
                  </a:moveTo>
                  <a:lnTo>
                    <a:pt x="0" y="324"/>
                  </a:lnTo>
                  <a:lnTo>
                    <a:pt x="0" y="1992"/>
                  </a:lnTo>
                  <a:lnTo>
                    <a:pt x="0" y="2752"/>
                  </a:lnTo>
                  <a:lnTo>
                    <a:pt x="4960" y="2752"/>
                  </a:lnTo>
                  <a:lnTo>
                    <a:pt x="4960" y="1992"/>
                  </a:lnTo>
                  <a:lnTo>
                    <a:pt x="4960" y="324"/>
                  </a:lnTo>
                  <a:lnTo>
                    <a:pt x="4960" y="0"/>
                  </a:lnTo>
                  <a:lnTo>
                    <a:pt x="4960" y="0"/>
                  </a:lnTo>
                  <a:lnTo>
                    <a:pt x="4734" y="34"/>
                  </a:lnTo>
                  <a:lnTo>
                    <a:pt x="4510" y="64"/>
                  </a:lnTo>
                  <a:lnTo>
                    <a:pt x="4284" y="90"/>
                  </a:lnTo>
                  <a:lnTo>
                    <a:pt x="4060" y="114"/>
                  </a:lnTo>
                  <a:lnTo>
                    <a:pt x="3836" y="132"/>
                  </a:lnTo>
                  <a:lnTo>
                    <a:pt x="3614" y="146"/>
                  </a:lnTo>
                  <a:lnTo>
                    <a:pt x="3392" y="158"/>
                  </a:lnTo>
                  <a:lnTo>
                    <a:pt x="3174" y="166"/>
                  </a:lnTo>
                  <a:lnTo>
                    <a:pt x="2960" y="172"/>
                  </a:lnTo>
                  <a:lnTo>
                    <a:pt x="2748" y="174"/>
                  </a:lnTo>
                  <a:lnTo>
                    <a:pt x="2542" y="174"/>
                  </a:lnTo>
                  <a:lnTo>
                    <a:pt x="2338" y="174"/>
                  </a:lnTo>
                  <a:lnTo>
                    <a:pt x="2140" y="170"/>
                  </a:lnTo>
                  <a:lnTo>
                    <a:pt x="1948" y="164"/>
                  </a:lnTo>
                  <a:lnTo>
                    <a:pt x="1762" y="156"/>
                  </a:lnTo>
                  <a:lnTo>
                    <a:pt x="1582" y="148"/>
                  </a:lnTo>
                  <a:lnTo>
                    <a:pt x="1410" y="138"/>
                  </a:lnTo>
                  <a:lnTo>
                    <a:pt x="1244" y="128"/>
                  </a:lnTo>
                  <a:lnTo>
                    <a:pt x="1088" y="116"/>
                  </a:lnTo>
                  <a:lnTo>
                    <a:pt x="938" y="104"/>
                  </a:lnTo>
                  <a:lnTo>
                    <a:pt x="668" y="78"/>
                  </a:lnTo>
                  <a:lnTo>
                    <a:pt x="438" y="54"/>
                  </a:lnTo>
                  <a:lnTo>
                    <a:pt x="254" y="34"/>
                  </a:lnTo>
                  <a:lnTo>
                    <a:pt x="116" y="16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6" name="Freeform 5"/>
            <p:cNvSpPr>
              <a:spLocks noEditPoints="1"/>
            </p:cNvSpPr>
            <p:nvPr/>
          </p:nvSpPr>
          <p:spPr bwMode="gray">
            <a:xfrm>
              <a:off x="0" y="-2308"/>
              <a:ext cx="9144000" cy="6858000"/>
            </a:xfrm>
            <a:custGeom>
              <a:avLst/>
              <a:gdLst/>
              <a:ahLst/>
              <a:cxnLst/>
              <a:rect l="0" t="0" r="r" b="b"/>
              <a:pathLst>
                <a:path w="5760" h="4320">
                  <a:moveTo>
                    <a:pt x="0" y="0"/>
                  </a:moveTo>
                  <a:lnTo>
                    <a:pt x="0" y="4320"/>
                  </a:lnTo>
                  <a:lnTo>
                    <a:pt x="5760" y="4320"/>
                  </a:lnTo>
                  <a:lnTo>
                    <a:pt x="5760" y="0"/>
                  </a:lnTo>
                  <a:lnTo>
                    <a:pt x="0" y="0"/>
                  </a:lnTo>
                  <a:close/>
                  <a:moveTo>
                    <a:pt x="5444" y="4004"/>
                  </a:moveTo>
                  <a:lnTo>
                    <a:pt x="324" y="4004"/>
                  </a:lnTo>
                  <a:lnTo>
                    <a:pt x="324" y="324"/>
                  </a:lnTo>
                  <a:lnTo>
                    <a:pt x="5444" y="324"/>
                  </a:lnTo>
                  <a:lnTo>
                    <a:pt x="5444" y="4004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 bwMode="gray">
          <a:xfrm>
            <a:off x="863564" y="925605"/>
            <a:ext cx="6346078" cy="711359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66441" y="2489200"/>
            <a:ext cx="6343201" cy="35306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590842" y="6365497"/>
            <a:ext cx="3859795" cy="22866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000" b="1" i="0">
                <a:solidFill>
                  <a:schemeClr val="accent1"/>
                </a:solidFill>
              </a:defRPr>
            </a:lvl1pPr>
          </a:lstStyle>
          <a:p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574443" y="6371444"/>
            <a:ext cx="990599" cy="228659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900" b="1" i="0">
                <a:solidFill>
                  <a:schemeClr val="accent1"/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6/28/2026</a:t>
            </a:fld>
            <a:endParaRPr lang="en-US"/>
          </a:p>
        </p:txBody>
      </p:sp>
      <p:sp>
        <p:nvSpPr>
          <p:cNvPr id="17" name="Rectangle 16"/>
          <p:cNvSpPr/>
          <p:nvPr/>
        </p:nvSpPr>
        <p:spPr>
          <a:xfrm>
            <a:off x="7745644" y="0"/>
            <a:ext cx="685800" cy="109945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7766428" y="295730"/>
            <a:ext cx="628813" cy="7676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ctr">
              <a:defRPr sz="2800" b="0" i="0">
                <a:solidFill>
                  <a:schemeClr val="bg1"/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2544290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6" r:id="rId1"/>
    <p:sldLayoutId id="2147483697" r:id="rId2"/>
    <p:sldLayoutId id="2147483698" r:id="rId3"/>
    <p:sldLayoutId id="2147483699" r:id="rId4"/>
    <p:sldLayoutId id="2147483700" r:id="rId5"/>
    <p:sldLayoutId id="2147483701" r:id="rId6"/>
    <p:sldLayoutId id="2147483702" r:id="rId7"/>
    <p:sldLayoutId id="2147483703" r:id="rId8"/>
    <p:sldLayoutId id="2147483704" r:id="rId9"/>
    <p:sldLayoutId id="2147483705" r:id="rId10"/>
    <p:sldLayoutId id="2147483706" r:id="rId11"/>
    <p:sldLayoutId id="2147483707" r:id="rId12"/>
    <p:sldLayoutId id="2147483708" r:id="rId13"/>
    <p:sldLayoutId id="2147483709" r:id="rId14"/>
    <p:sldLayoutId id="2147483710" r:id="rId15"/>
    <p:sldLayoutId id="2147483711" r:id="rId16"/>
    <p:sldLayoutId id="2147483712" r:id="rId17"/>
  </p:sldLayoutIdLst>
  <p:txStyles>
    <p:titleStyle>
      <a:lvl1pPr algn="l" defTabSz="457200" rtl="0" eaLnBrk="1" latinLnBrk="0" hangingPunct="1">
        <a:spcBef>
          <a:spcPct val="0"/>
        </a:spcBef>
        <a:buNone/>
        <a:defRPr sz="3200" b="0" i="0" kern="1200">
          <a:solidFill>
            <a:schemeClr val="bg2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685800" indent="-283464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96012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23444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150876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18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0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225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24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gif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dirty="0"/>
              <a:t>Computing Paradigms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An Overview of Modern Computing Models</a:t>
            </a: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B10F11-92EE-1E87-9E42-0C347AA1FD6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What are the computing paradigms ?</a:t>
            </a:r>
            <a:endParaRPr lang="en-IN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ADC99A5-20C3-3FD8-488C-C56C4CC482B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66441" y="2241755"/>
            <a:ext cx="7894101" cy="4114799"/>
          </a:xfrm>
        </p:spPr>
        <p:txBody>
          <a:bodyPr>
            <a:normAutofit/>
          </a:bodyPr>
          <a:lstStyle/>
          <a:p>
            <a:r>
              <a:rPr lang="en-US" sz="2800" b="1" dirty="0"/>
              <a:t>Computing paradigms are different ways of processing data and using computer resources .</a:t>
            </a:r>
          </a:p>
          <a:p>
            <a:endParaRPr lang="en-US" sz="2800" b="1" dirty="0"/>
          </a:p>
          <a:p>
            <a:r>
              <a:rPr lang="en-US" sz="2800" b="1" dirty="0"/>
              <a:t>Cloud computing uses several computing paradigms to provide </a:t>
            </a:r>
            <a:r>
              <a:rPr lang="en-US" sz="2800" b="1" dirty="0" err="1"/>
              <a:t>fast,reliable</a:t>
            </a:r>
            <a:r>
              <a:rPr lang="en-US" sz="2800" b="1" dirty="0"/>
              <a:t>, and scalable services</a:t>
            </a:r>
            <a:endParaRPr lang="en-IN" sz="2800" b="1" dirty="0"/>
          </a:p>
        </p:txBody>
      </p:sp>
    </p:spTree>
    <p:extLst>
      <p:ext uri="{BB962C8B-B14F-4D97-AF65-F5344CB8AC3E}">
        <p14:creationId xmlns:p14="http://schemas.microsoft.com/office/powerpoint/2010/main" val="349573783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FD196AF-9E66-8EEF-C684-06D3B16C44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There are 8 paradigms 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4E03FB6-8369-BB4B-9D0A-206EDE53BCB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66441" y="2064773"/>
            <a:ext cx="7894101" cy="4689987"/>
          </a:xfrm>
        </p:spPr>
        <p:txBody>
          <a:bodyPr>
            <a:normAutofit/>
          </a:bodyPr>
          <a:lstStyle/>
          <a:p>
            <a:r>
              <a:rPr lang="en-US" sz="2800" b="1" dirty="0"/>
              <a:t>1.distrubted computing </a:t>
            </a:r>
          </a:p>
          <a:p>
            <a:r>
              <a:rPr lang="en-US" sz="2800" b="1" dirty="0"/>
              <a:t>2.parllel computing</a:t>
            </a:r>
          </a:p>
          <a:p>
            <a:pPr>
              <a:lnSpc>
                <a:spcPct val="150000"/>
              </a:lnSpc>
            </a:pPr>
            <a:r>
              <a:rPr lang="en-US" sz="2800" b="1" dirty="0"/>
              <a:t>3.Grid computing</a:t>
            </a:r>
          </a:p>
          <a:p>
            <a:r>
              <a:rPr lang="en-US" sz="2800" b="1" dirty="0"/>
              <a:t>4.Cluster computing</a:t>
            </a:r>
          </a:p>
          <a:p>
            <a:r>
              <a:rPr lang="en-US" sz="2800" b="1" dirty="0"/>
              <a:t>5.Utility computing</a:t>
            </a:r>
          </a:p>
          <a:p>
            <a:r>
              <a:rPr lang="en-US" sz="2800" b="1" dirty="0"/>
              <a:t>6.cloud computing</a:t>
            </a:r>
          </a:p>
          <a:p>
            <a:r>
              <a:rPr lang="en-US" sz="2800" b="1" dirty="0"/>
              <a:t>7.Edge computing</a:t>
            </a:r>
          </a:p>
          <a:p>
            <a:r>
              <a:rPr lang="en-US" sz="2800" b="1" dirty="0"/>
              <a:t>8.Fog computing</a:t>
            </a:r>
            <a:endParaRPr lang="en-IN" sz="2800" b="1" dirty="0"/>
          </a:p>
        </p:txBody>
      </p:sp>
    </p:spTree>
    <p:extLst>
      <p:ext uri="{BB962C8B-B14F-4D97-AF65-F5344CB8AC3E}">
        <p14:creationId xmlns:p14="http://schemas.microsoft.com/office/powerpoint/2010/main" val="332476446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/>
              <a:t>Centralized Computing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27703" y="2330245"/>
            <a:ext cx="8406581" cy="4321277"/>
          </a:xfrm>
        </p:spPr>
        <p:txBody>
          <a:bodyPr>
            <a:normAutofit/>
          </a:bodyPr>
          <a:lstStyle/>
          <a:p>
            <a:r>
              <a:rPr sz="2800" b="1" dirty="0"/>
              <a:t>Definition: All processing is done on a single central server or mainframe.</a:t>
            </a:r>
          </a:p>
          <a:p>
            <a:endParaRPr sz="2800" b="1" dirty="0"/>
          </a:p>
          <a:p>
            <a:r>
              <a:rPr sz="2800" b="1" dirty="0"/>
              <a:t>Example: Traditional mainframe systems.</a:t>
            </a:r>
          </a:p>
          <a:p>
            <a:r>
              <a:rPr sz="2800" b="1" dirty="0"/>
              <a:t>Pros: Simple management, centralized control.</a:t>
            </a:r>
          </a:p>
          <a:p>
            <a:r>
              <a:rPr sz="2800" b="1" dirty="0"/>
              <a:t>Cons: Scalability and fault tolerance issues.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75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75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75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75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75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75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75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75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D4286125-8678-10A8-67F8-3B8868BBCA2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 bwMode="auto">
          <a:xfrm>
            <a:off x="0" y="221226"/>
            <a:ext cx="8863781" cy="663677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37860214"/>
      </p:ext>
    </p:extLst>
  </p:cSld>
  <p:clrMapOvr>
    <a:masterClrMapping/>
  </p:clrMapOvr>
  <p:transition spd="slow">
    <p:push dir="u"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/>
              <a:t>Distributed Computing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66441" y="2241755"/>
            <a:ext cx="7835107" cy="4513006"/>
          </a:xfrm>
        </p:spPr>
        <p:txBody>
          <a:bodyPr>
            <a:normAutofit lnSpcReduction="10000"/>
          </a:bodyPr>
          <a:lstStyle/>
          <a:p>
            <a:r>
              <a:rPr lang="en-IN" sz="2800" b="1" dirty="0"/>
              <a:t>Multiple computers work together to solve a problem.</a:t>
            </a:r>
          </a:p>
          <a:p>
            <a:endParaRPr lang="en-IN" sz="2800" b="1" dirty="0"/>
          </a:p>
          <a:p>
            <a:r>
              <a:rPr lang="en-IN" sz="2800" b="1" dirty="0"/>
              <a:t> Resources are shared across different locations.</a:t>
            </a:r>
          </a:p>
          <a:p>
            <a:endParaRPr lang="en-IN" sz="2800" b="1" dirty="0"/>
          </a:p>
          <a:p>
            <a:r>
              <a:rPr lang="en-IN" sz="2800" b="1" dirty="0"/>
              <a:t> Improves performance and reliability. </a:t>
            </a:r>
          </a:p>
          <a:p>
            <a:endParaRPr lang="en-IN" sz="2800" b="1" dirty="0"/>
          </a:p>
          <a:p>
            <a:r>
              <a:rPr lang="en-IN" sz="2800" b="1" dirty="0"/>
              <a:t>Example: Large online banking systems.</a:t>
            </a:r>
            <a:endParaRPr sz="2800" b="1" dirty="0"/>
          </a:p>
        </p:txBody>
      </p:sp>
    </p:spTree>
  </p:cSld>
  <p:clrMapOvr>
    <a:masterClrMapping/>
  </p:clrMapOvr>
  <p:transition spd="slow"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3AFA663-9424-D037-DA70-560C18EEDEB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63563" y="925605"/>
            <a:ext cx="7336539" cy="711359"/>
          </a:xfrm>
        </p:spPr>
        <p:txBody>
          <a:bodyPr/>
          <a:lstStyle/>
          <a:p>
            <a:r>
              <a:rPr lang="en-US" b="1" dirty="0"/>
              <a:t>DISTIBUTED CLOUD COMPUTING</a:t>
            </a:r>
            <a:endParaRPr lang="en-IN" b="1" dirty="0"/>
          </a:p>
        </p:txBody>
      </p:sp>
      <p:pic>
        <p:nvPicPr>
          <p:cNvPr id="3074" name="Picture 2" descr="Distributed computing structure for decomposition algorithm ">
            <a:extLst>
              <a:ext uri="{FF2B5EF4-FFF2-40B4-BE49-F238E27FC236}">
                <a16:creationId xmlns:a16="http://schemas.microsoft.com/office/drawing/2014/main" id="{9C2F3A62-5D94-C03D-2ADE-08A32A4DDEB3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6477" y="2212259"/>
            <a:ext cx="8347588" cy="439501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16147707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 dirty="0"/>
              <a:t>Parallel Computing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6195" y="2256503"/>
            <a:ext cx="8273844" cy="4306529"/>
          </a:xfrm>
        </p:spPr>
        <p:txBody>
          <a:bodyPr>
            <a:normAutofit/>
          </a:bodyPr>
          <a:lstStyle/>
          <a:p>
            <a:r>
              <a:rPr lang="en-IN" sz="2800" dirty="0"/>
              <a:t>A large task is divided into smaller tasks.</a:t>
            </a:r>
          </a:p>
          <a:p>
            <a:endParaRPr lang="en-IN" sz="2800" dirty="0"/>
          </a:p>
          <a:p>
            <a:r>
              <a:rPr lang="en-IN" sz="2800" dirty="0"/>
              <a:t> Multiple processors work on these tasks at the same time. </a:t>
            </a:r>
          </a:p>
          <a:p>
            <a:endParaRPr lang="en-IN" sz="2800" dirty="0"/>
          </a:p>
          <a:p>
            <a:r>
              <a:rPr lang="en-IN" sz="2800" dirty="0"/>
              <a:t>Saves time and increases performance.</a:t>
            </a:r>
          </a:p>
          <a:p>
            <a:endParaRPr lang="en-IN" sz="2800" dirty="0"/>
          </a:p>
          <a:p>
            <a:r>
              <a:rPr lang="en-IN" sz="2800" dirty="0"/>
              <a:t> </a:t>
            </a:r>
            <a:r>
              <a:rPr lang="en-IN" sz="2800" b="1" dirty="0"/>
              <a:t>Example:</a:t>
            </a:r>
            <a:r>
              <a:rPr lang="en-IN" sz="2800" dirty="0"/>
              <a:t> Weather forecasting.</a:t>
            </a:r>
          </a:p>
          <a:p>
            <a:endParaRPr sz="2800" b="1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5EA7589-61F3-0ADD-1E75-839BA46A8A0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PARLLEL COMPUTING </a:t>
            </a:r>
            <a:endParaRPr lang="en-IN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DAA65A8C-2ABC-6C60-319E-8B893A014BE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47484" y="2344994"/>
            <a:ext cx="8996515" cy="4262284"/>
          </a:xfrm>
        </p:spPr>
      </p:pic>
    </p:spTree>
    <p:extLst>
      <p:ext uri="{BB962C8B-B14F-4D97-AF65-F5344CB8AC3E}">
        <p14:creationId xmlns:p14="http://schemas.microsoft.com/office/powerpoint/2010/main" val="375830415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Cluster Computing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66441" y="2489200"/>
            <a:ext cx="7805611" cy="3823110"/>
          </a:xfrm>
        </p:spPr>
        <p:txBody>
          <a:bodyPr>
            <a:normAutofit/>
          </a:bodyPr>
          <a:lstStyle/>
          <a:p>
            <a:r>
              <a:rPr lang="en-IN" sz="2400" b="1" dirty="0"/>
              <a:t>A group of computers connected in one location works as a single system. </a:t>
            </a:r>
          </a:p>
          <a:p>
            <a:endParaRPr lang="en-IN" sz="2400" b="1" dirty="0"/>
          </a:p>
          <a:p>
            <a:r>
              <a:rPr lang="en-IN" sz="2400" b="1" dirty="0"/>
              <a:t>Provides high performance and backup if one computer fails.</a:t>
            </a:r>
          </a:p>
          <a:p>
            <a:endParaRPr lang="en-IN" sz="2400" b="1" dirty="0"/>
          </a:p>
          <a:p>
            <a:r>
              <a:rPr lang="en-IN" sz="2400" b="1" dirty="0"/>
              <a:t> Example: Web servers.</a:t>
            </a:r>
            <a:endParaRPr sz="2400" b="1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96A4E63-65FB-45EE-EE19-424157A25D1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63564" y="569925"/>
            <a:ext cx="7071068" cy="711359"/>
          </a:xfrm>
        </p:spPr>
        <p:txBody>
          <a:bodyPr/>
          <a:lstStyle/>
          <a:p>
            <a:r>
              <a:rPr lang="en-US" b="1" dirty="0"/>
              <a:t>CLUSTER COMPUTING </a:t>
            </a:r>
            <a:endParaRPr lang="en-IN" b="1" dirty="0"/>
          </a:p>
        </p:txBody>
      </p:sp>
      <p:pic>
        <p:nvPicPr>
          <p:cNvPr id="4100" name="Picture 4" descr="High-level architecture of cluster computing. | Download Scientific Diagram">
            <a:extLst>
              <a:ext uri="{FF2B5EF4-FFF2-40B4-BE49-F238E27FC236}">
                <a16:creationId xmlns:a16="http://schemas.microsoft.com/office/drawing/2014/main" id="{B41DB908-0824-8EA0-6491-B7782211A484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2182760"/>
            <a:ext cx="9144000" cy="49259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70222321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Grid Computing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09716" y="2182761"/>
            <a:ext cx="8509819" cy="4277033"/>
          </a:xfrm>
        </p:spPr>
        <p:txBody>
          <a:bodyPr>
            <a:normAutofit/>
          </a:bodyPr>
          <a:lstStyle/>
          <a:p>
            <a:r>
              <a:rPr lang="en-IN" sz="2400" b="1" dirty="0"/>
              <a:t>Computers from different locations or organizations work together.</a:t>
            </a:r>
          </a:p>
          <a:p>
            <a:endParaRPr lang="en-IN" sz="2400" b="1" dirty="0"/>
          </a:p>
          <a:p>
            <a:r>
              <a:rPr lang="en-IN" sz="2400" b="1" dirty="0"/>
              <a:t> Resources are shared to solve large problems. </a:t>
            </a:r>
          </a:p>
          <a:p>
            <a:endParaRPr lang="en-IN" sz="2400" b="1" dirty="0"/>
          </a:p>
          <a:p>
            <a:r>
              <a:rPr lang="en-IN" sz="2400" b="1" dirty="0"/>
              <a:t>Example: Scientific research.</a:t>
            </a:r>
            <a:endParaRPr sz="2400" b="1" dirty="0">
              <a:solidFill>
                <a:schemeClr val="tx1"/>
              </a:solidFill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58EE6AC-031E-ED5F-F727-A232F2D64F5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GRID COMPUTING </a:t>
            </a:r>
            <a:endParaRPr lang="en-IN" b="1" dirty="0"/>
          </a:p>
        </p:txBody>
      </p:sp>
      <p:pic>
        <p:nvPicPr>
          <p:cNvPr id="5122" name="Picture 2" descr="Grid Computing">
            <a:extLst>
              <a:ext uri="{FF2B5EF4-FFF2-40B4-BE49-F238E27FC236}">
                <a16:creationId xmlns:a16="http://schemas.microsoft.com/office/drawing/2014/main" id="{B20D2B81-D530-5A28-4CC2-9E4BEBDC7C64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" y="0"/>
            <a:ext cx="9153538" cy="685799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57763000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ABCD29-6106-6418-485A-41C4141B621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63563" y="925605"/>
            <a:ext cx="7469275" cy="711359"/>
          </a:xfrm>
        </p:spPr>
        <p:txBody>
          <a:bodyPr/>
          <a:lstStyle/>
          <a:p>
            <a:r>
              <a:rPr lang="en-US" b="1" dirty="0"/>
              <a:t>CONTROL NODE </a:t>
            </a:r>
            <a:endParaRPr lang="en-IN" b="1" dirty="0"/>
          </a:p>
        </p:txBody>
      </p:sp>
      <p:pic>
        <p:nvPicPr>
          <p:cNvPr id="6146" name="Picture 2" descr="control.Node - LabDidakt">
            <a:extLst>
              <a:ext uri="{FF2B5EF4-FFF2-40B4-BE49-F238E27FC236}">
                <a16:creationId xmlns:a16="http://schemas.microsoft.com/office/drawing/2014/main" id="{E694FDA1-918C-8C4C-B28F-02A0668A33AF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22671" y="1875321"/>
            <a:ext cx="8052619" cy="50687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71370874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B6C76CE-08C4-D359-CB5D-7A04DFBD19C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63563" y="925605"/>
            <a:ext cx="7572513" cy="711359"/>
          </a:xfrm>
        </p:spPr>
        <p:txBody>
          <a:bodyPr/>
          <a:lstStyle/>
          <a:p>
            <a:r>
              <a:rPr lang="en-US" b="1" dirty="0"/>
              <a:t>CONTROLLING THE COMPONENTS </a:t>
            </a:r>
            <a:endParaRPr lang="en-IN" b="1" dirty="0"/>
          </a:p>
        </p:txBody>
      </p:sp>
      <p:pic>
        <p:nvPicPr>
          <p:cNvPr id="7170" name="Picture 2" descr="control.Node - PS-3232 - Products | PASCO">
            <a:extLst>
              <a:ext uri="{FF2B5EF4-FFF2-40B4-BE49-F238E27FC236}">
                <a16:creationId xmlns:a16="http://schemas.microsoft.com/office/drawing/2014/main" id="{DF935643-EE5A-FAD3-7748-D460E8C5A13E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0294" y="2300748"/>
            <a:ext cx="8742480" cy="442697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26976267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Cloud Computing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66441" y="2241755"/>
            <a:ext cx="7849856" cy="4055805"/>
          </a:xfrm>
        </p:spPr>
        <p:txBody>
          <a:bodyPr>
            <a:normAutofit/>
          </a:bodyPr>
          <a:lstStyle/>
          <a:p>
            <a:r>
              <a:rPr lang="en-IN" sz="2400" b="1" dirty="0"/>
              <a:t>Provides computing services over the internet.</a:t>
            </a:r>
          </a:p>
          <a:p>
            <a:endParaRPr lang="en-IN" sz="2400" b="1" dirty="0"/>
          </a:p>
          <a:p>
            <a:r>
              <a:rPr lang="en-IN" sz="2400" b="1" dirty="0"/>
              <a:t> Users can access servers, storage, software, and databases anytime. </a:t>
            </a:r>
          </a:p>
          <a:p>
            <a:endParaRPr lang="en-US" sz="2400" b="1" dirty="0"/>
          </a:p>
          <a:p>
            <a:r>
              <a:rPr sz="2400" b="1" dirty="0"/>
              <a:t>Example: AWS, Azure, Google Cloud.</a:t>
            </a:r>
            <a:endParaRPr lang="en-US" sz="2400" b="1" dirty="0"/>
          </a:p>
          <a:p>
            <a:endParaRPr sz="2400" b="1" dirty="0"/>
          </a:p>
          <a:p>
            <a:r>
              <a:rPr sz="2400" b="1" dirty="0"/>
              <a:t>Service Models: IaaS, PaaS, SaaS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Edge Computing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66441" y="2489200"/>
            <a:ext cx="7761365" cy="3911600"/>
          </a:xfrm>
        </p:spPr>
        <p:txBody>
          <a:bodyPr>
            <a:normAutofit fontScale="92500"/>
          </a:bodyPr>
          <a:lstStyle/>
          <a:p>
            <a:r>
              <a:rPr lang="en-IN" sz="2800" b="1" dirty="0"/>
              <a:t>Data is processed near the place where it is generated. </a:t>
            </a:r>
          </a:p>
          <a:p>
            <a:endParaRPr lang="en-IN" sz="2800" b="1" dirty="0"/>
          </a:p>
          <a:p>
            <a:r>
              <a:rPr lang="en-IN" sz="2800" b="1" dirty="0"/>
              <a:t>Reduces delay and improves speed.</a:t>
            </a:r>
          </a:p>
          <a:p>
            <a:endParaRPr lang="en-IN" sz="2800" b="1" dirty="0"/>
          </a:p>
          <a:p>
            <a:r>
              <a:rPr lang="en-IN" sz="2800" b="1" dirty="0"/>
              <a:t> Example: Smart cameras and IoT devices.</a:t>
            </a:r>
            <a:endParaRPr sz="2800" b="1" dirty="0"/>
          </a:p>
          <a:p>
            <a:r>
              <a:rPr sz="2800" b="1" dirty="0"/>
              <a:t>Example: Smart traffic lights, wearable devices.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Fog Computing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66441" y="2500671"/>
            <a:ext cx="7776114" cy="4077110"/>
          </a:xfrm>
        </p:spPr>
        <p:txBody>
          <a:bodyPr>
            <a:normAutofit/>
          </a:bodyPr>
          <a:lstStyle/>
          <a:p>
            <a:r>
              <a:rPr lang="en-IN" sz="2800" b="1" dirty="0"/>
              <a:t>Processes data between edge devices and the cloud. </a:t>
            </a:r>
          </a:p>
          <a:p>
            <a:endParaRPr lang="en-IN" sz="2800" b="1" dirty="0"/>
          </a:p>
          <a:p>
            <a:r>
              <a:rPr lang="en-IN" sz="2800" b="1" dirty="0"/>
              <a:t>Reduces network traffic and improves efficiency. </a:t>
            </a:r>
          </a:p>
          <a:p>
            <a:endParaRPr lang="en-US" sz="2800" b="1" dirty="0"/>
          </a:p>
          <a:p>
            <a:r>
              <a:rPr sz="2800" b="1" dirty="0"/>
              <a:t>Example: Industrial IoT systems.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Utility Computing </a:t>
            </a:r>
            <a:endParaRPr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66441" y="2489200"/>
            <a:ext cx="7953094" cy="4132826"/>
          </a:xfrm>
        </p:spPr>
        <p:txBody>
          <a:bodyPr>
            <a:normAutofit/>
          </a:bodyPr>
          <a:lstStyle/>
          <a:p>
            <a:r>
              <a:rPr lang="en-US" sz="2800" b="1" dirty="0"/>
              <a:t>Users pay only for the computing resources they use.</a:t>
            </a:r>
          </a:p>
          <a:p>
            <a:endParaRPr lang="en-US" sz="2800" b="1" dirty="0"/>
          </a:p>
          <a:p>
            <a:r>
              <a:rPr lang="en-US" sz="2800" b="1" dirty="0"/>
              <a:t>Similar to paying for electricity or water </a:t>
            </a:r>
          </a:p>
          <a:p>
            <a:endParaRPr lang="en-US" sz="2800" b="1" dirty="0"/>
          </a:p>
          <a:p>
            <a:r>
              <a:rPr lang="en-US" sz="2800" b="1" dirty="0"/>
              <a:t>Helps reduce Costs.</a:t>
            </a:r>
            <a:endParaRPr sz="2800" b="1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A8018EF-3602-7BFD-3697-116E6121673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63563" y="925605"/>
            <a:ext cx="8059211" cy="711359"/>
          </a:xfrm>
        </p:spPr>
        <p:txBody>
          <a:bodyPr/>
          <a:lstStyle/>
          <a:p>
            <a:r>
              <a:rPr lang="en-US" b="1" dirty="0"/>
              <a:t>Advantages of computing Paradigms </a:t>
            </a:r>
            <a:endParaRPr lang="en-IN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142F52A-FB1A-B41F-A0B9-5A8CE186549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66441" y="2489200"/>
            <a:ext cx="7540140" cy="4206568"/>
          </a:xfrm>
        </p:spPr>
        <p:txBody>
          <a:bodyPr>
            <a:normAutofit/>
          </a:bodyPr>
          <a:lstStyle/>
          <a:p>
            <a:pPr>
              <a:lnSpc>
                <a:spcPct val="150000"/>
              </a:lnSpc>
            </a:pPr>
            <a:r>
              <a:rPr lang="en-US" sz="2400" b="1" dirty="0"/>
              <a:t>1.</a:t>
            </a:r>
            <a:r>
              <a:rPr lang="en-IN" sz="2400" b="1" dirty="0"/>
              <a:t> Faster data processing </a:t>
            </a:r>
          </a:p>
          <a:p>
            <a:pPr>
              <a:lnSpc>
                <a:spcPct val="150000"/>
              </a:lnSpc>
            </a:pPr>
            <a:r>
              <a:rPr lang="en-IN" sz="2400" b="1" dirty="0"/>
              <a:t>2. Better performance </a:t>
            </a:r>
          </a:p>
          <a:p>
            <a:pPr>
              <a:lnSpc>
                <a:spcPct val="150000"/>
              </a:lnSpc>
            </a:pPr>
            <a:r>
              <a:rPr lang="en-IN" sz="2400" b="1" dirty="0"/>
              <a:t>3. Easy resource sharing </a:t>
            </a:r>
          </a:p>
          <a:p>
            <a:pPr>
              <a:lnSpc>
                <a:spcPct val="150000"/>
              </a:lnSpc>
            </a:pPr>
            <a:r>
              <a:rPr lang="en-IN" sz="2400" b="1" dirty="0"/>
              <a:t>4. High reliability </a:t>
            </a:r>
          </a:p>
          <a:p>
            <a:pPr>
              <a:lnSpc>
                <a:spcPct val="150000"/>
              </a:lnSpc>
            </a:pPr>
            <a:r>
              <a:rPr lang="en-IN" sz="2400" b="1" dirty="0"/>
              <a:t>5. Cost-effective Easy to scale when demand increases</a:t>
            </a:r>
          </a:p>
        </p:txBody>
      </p:sp>
    </p:spTree>
    <p:extLst>
      <p:ext uri="{BB962C8B-B14F-4D97-AF65-F5344CB8AC3E}">
        <p14:creationId xmlns:p14="http://schemas.microsoft.com/office/powerpoint/2010/main" val="1678390857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84ACC9B-3F02-AA3B-B0E3-ADDBCBAF4AC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Memerable</a:t>
            </a:r>
            <a:r>
              <a:rPr lang="en-US" dirty="0"/>
              <a:t> Definitions 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56560D4-A3C3-620F-9600-BE71FB47189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66441" y="2489200"/>
            <a:ext cx="7776114" cy="3530600"/>
          </a:xfrm>
        </p:spPr>
        <p:txBody>
          <a:bodyPr>
            <a:normAutofit/>
          </a:bodyPr>
          <a:lstStyle/>
          <a:p>
            <a:r>
              <a:rPr lang="en-IN" sz="2400" b="1" dirty="0"/>
              <a:t>Distributed Computing:</a:t>
            </a:r>
            <a:r>
              <a:rPr lang="en-IN" sz="2400" dirty="0"/>
              <a:t> Many computers work together. </a:t>
            </a:r>
          </a:p>
          <a:p>
            <a:endParaRPr lang="en-IN" sz="2400" dirty="0"/>
          </a:p>
          <a:p>
            <a:r>
              <a:rPr lang="en-IN" sz="2400" b="1" dirty="0"/>
              <a:t>Parallel Computing:</a:t>
            </a:r>
            <a:r>
              <a:rPr lang="en-IN" sz="2400" dirty="0"/>
              <a:t> Many processors work at the same time. </a:t>
            </a:r>
          </a:p>
          <a:p>
            <a:endParaRPr lang="en-IN" sz="2400" b="1" dirty="0"/>
          </a:p>
          <a:p>
            <a:r>
              <a:rPr lang="en-IN" sz="2400" b="1" dirty="0"/>
              <a:t>Grid Computing:</a:t>
            </a:r>
            <a:r>
              <a:rPr lang="en-IN" sz="2400" dirty="0"/>
              <a:t> Computers from different places share resources. </a:t>
            </a:r>
          </a:p>
        </p:txBody>
      </p:sp>
    </p:spTree>
    <p:extLst>
      <p:ext uri="{BB962C8B-B14F-4D97-AF65-F5344CB8AC3E}">
        <p14:creationId xmlns:p14="http://schemas.microsoft.com/office/powerpoint/2010/main" val="3120065429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095CB79-6EFE-CD79-92CC-43E9550260C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Memerable</a:t>
            </a:r>
            <a:r>
              <a:rPr lang="en-US" dirty="0"/>
              <a:t> </a:t>
            </a:r>
            <a:r>
              <a:rPr lang="en-US" dirty="0" err="1"/>
              <a:t>Defitions</a:t>
            </a:r>
            <a:r>
              <a:rPr lang="en-US" dirty="0"/>
              <a:t> 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FE8E885-8272-BC46-ED43-749EFEE947A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66441" y="2489200"/>
            <a:ext cx="7717120" cy="3530600"/>
          </a:xfrm>
        </p:spPr>
        <p:txBody>
          <a:bodyPr>
            <a:normAutofit/>
          </a:bodyPr>
          <a:lstStyle/>
          <a:p>
            <a:r>
              <a:rPr lang="en-IN" sz="2400" b="1" dirty="0"/>
              <a:t>Cluster Computing: Connected computers work as one system. </a:t>
            </a:r>
          </a:p>
          <a:p>
            <a:endParaRPr lang="en-IN" sz="2400" b="1" dirty="0"/>
          </a:p>
          <a:p>
            <a:r>
              <a:rPr lang="en-IN" sz="2400" b="1" dirty="0"/>
              <a:t>Utility Computing: Pay only for what you use. </a:t>
            </a:r>
          </a:p>
          <a:p>
            <a:endParaRPr lang="en-IN" sz="2400" b="1" dirty="0"/>
          </a:p>
          <a:p>
            <a:r>
              <a:rPr lang="en-IN" sz="2400" b="1" dirty="0"/>
              <a:t>Cloud Computing: Services are available over the internet.</a:t>
            </a:r>
          </a:p>
        </p:txBody>
      </p:sp>
    </p:spTree>
    <p:extLst>
      <p:ext uri="{BB962C8B-B14F-4D97-AF65-F5344CB8AC3E}">
        <p14:creationId xmlns:p14="http://schemas.microsoft.com/office/powerpoint/2010/main" val="2247548033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095007-A54A-8BE4-73FC-A023EDB2AA8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Memerable</a:t>
            </a:r>
            <a:r>
              <a:rPr lang="en-US" dirty="0"/>
              <a:t> Definition 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D876B04-7A39-7C9C-1206-D5185B7BA0A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66441" y="2489200"/>
            <a:ext cx="7702372" cy="3530600"/>
          </a:xfrm>
        </p:spPr>
        <p:txBody>
          <a:bodyPr>
            <a:normAutofit/>
          </a:bodyPr>
          <a:lstStyle/>
          <a:p>
            <a:r>
              <a:rPr lang="en-IN" sz="2400" b="1" dirty="0"/>
              <a:t>Edge Computing: Data is processed near the source. </a:t>
            </a:r>
          </a:p>
          <a:p>
            <a:endParaRPr lang="en-IN" sz="2400" b="1" dirty="0"/>
          </a:p>
          <a:p>
            <a:r>
              <a:rPr lang="en-IN" sz="2400" b="1" dirty="0"/>
              <a:t>Fog Computing: Data is processed between edge devices and the cloud.</a:t>
            </a:r>
          </a:p>
        </p:txBody>
      </p:sp>
    </p:spTree>
    <p:extLst>
      <p:ext uri="{BB962C8B-B14F-4D97-AF65-F5344CB8AC3E}">
        <p14:creationId xmlns:p14="http://schemas.microsoft.com/office/powerpoint/2010/main" val="2215771568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Ion Boardroom">
  <a:themeElements>
    <a:clrScheme name="Ion Boardroom">
      <a:dk1>
        <a:sysClr val="windowText" lastClr="000000"/>
      </a:dk1>
      <a:lt1>
        <a:sysClr val="window" lastClr="FFFFFF"/>
      </a:lt1>
      <a:dk2>
        <a:srgbClr val="EE5818"/>
      </a:dk2>
      <a:lt2>
        <a:srgbClr val="EBEBEB"/>
      </a:lt2>
      <a:accent1>
        <a:srgbClr val="F5A408"/>
      </a:accent1>
      <a:accent2>
        <a:srgbClr val="FA731A"/>
      </a:accent2>
      <a:accent3>
        <a:srgbClr val="AB9281"/>
      </a:accent3>
      <a:accent4>
        <a:srgbClr val="A18CD0"/>
      </a:accent4>
      <a:accent5>
        <a:srgbClr val="8EBBD2"/>
      </a:accent5>
      <a:accent6>
        <a:srgbClr val="ACC995"/>
      </a:accent6>
      <a:hlink>
        <a:srgbClr val="FAC96A"/>
      </a:hlink>
      <a:folHlink>
        <a:srgbClr val="FCDB9B"/>
      </a:folHlink>
    </a:clrScheme>
    <a:fontScheme name="Ion Boardroom">
      <a:maj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Ion Boardroom">
      <a:fillStyleLst>
        <a:solidFill>
          <a:schemeClr val="phClr"/>
        </a:solidFill>
        <a:gradFill rotWithShape="1">
          <a:gsLst>
            <a:gs pos="0">
              <a:schemeClr val="phClr">
                <a:tint val="64000"/>
                <a:lumMod val="118000"/>
              </a:schemeClr>
            </a:gs>
            <a:gs pos="100000">
              <a:schemeClr val="phClr">
                <a:tint val="92000"/>
                <a:alpha val="100000"/>
                <a:lumMod val="11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lumMod val="114000"/>
              </a:schemeClr>
            </a:gs>
            <a:gs pos="100000">
              <a:schemeClr val="phClr">
                <a:shade val="90000"/>
                <a:lumMod val="8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857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8000"/>
                <a:hueMod val="104000"/>
                <a:satMod val="128000"/>
                <a:lumMod val="104000"/>
              </a:schemeClr>
            </a:gs>
            <a:gs pos="100000">
              <a:schemeClr val="phClr">
                <a:tint val="100000"/>
                <a:shade val="76000"/>
                <a:hueMod val="89000"/>
                <a:satMod val="164000"/>
                <a:lumMod val="68000"/>
              </a:schemeClr>
            </a:gs>
          </a:gsLst>
          <a:path path="circle">
            <a:fillToRect l="45000" t="65000" r="125000" b="10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shade val="42000"/>
                <a:hueMod val="42000"/>
                <a:satMod val="124000"/>
                <a:lumMod val="62000"/>
              </a:schemeClr>
              <a:schemeClr val="phClr">
                <a:tint val="96000"/>
                <a:satMod val="130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on Boardroom" id="{FC33163D-4339-46B1-8EED-24C834239D99}" vid="{BF1C4790-FE3C-4020-8CA7-00621DA7BBBC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Ion Boardroom</Template>
  <TotalTime>140</TotalTime>
  <Words>497</Words>
  <Application>Microsoft Office PowerPoint</Application>
  <PresentationFormat>On-screen Show (4:3)</PresentationFormat>
  <Paragraphs>104</Paragraphs>
  <Slides>23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23</vt:i4>
      </vt:variant>
    </vt:vector>
  </HeadingPairs>
  <TitlesOfParts>
    <vt:vector size="26" baseType="lpstr">
      <vt:lpstr>Century Gothic</vt:lpstr>
      <vt:lpstr>Wingdings 3</vt:lpstr>
      <vt:lpstr>Ion Boardroom</vt:lpstr>
      <vt:lpstr>Computing Paradigms</vt:lpstr>
      <vt:lpstr>What are the computing paradigms ?</vt:lpstr>
      <vt:lpstr>There are 8 paradigms </vt:lpstr>
      <vt:lpstr>Centralized Computing</vt:lpstr>
      <vt:lpstr>PowerPoint Presentation</vt:lpstr>
      <vt:lpstr>Distributed Computing</vt:lpstr>
      <vt:lpstr>DISTIBUTED CLOUD COMPUTING</vt:lpstr>
      <vt:lpstr>Parallel Computing</vt:lpstr>
      <vt:lpstr>PARLLEL COMPUTING </vt:lpstr>
      <vt:lpstr>Cluster Computing</vt:lpstr>
      <vt:lpstr>CLUSTER COMPUTING </vt:lpstr>
      <vt:lpstr>Grid Computing</vt:lpstr>
      <vt:lpstr>GRID COMPUTING </vt:lpstr>
      <vt:lpstr>CONTROL NODE </vt:lpstr>
      <vt:lpstr>CONTROLLING THE COMPONENTS </vt:lpstr>
      <vt:lpstr>Cloud Computing</vt:lpstr>
      <vt:lpstr>Edge Computing</vt:lpstr>
      <vt:lpstr>Fog Computing</vt:lpstr>
      <vt:lpstr>Utility Computing </vt:lpstr>
      <vt:lpstr>Advantages of computing Paradigms </vt:lpstr>
      <vt:lpstr>Memerable Definitions </vt:lpstr>
      <vt:lpstr>Memerable Defitions </vt:lpstr>
      <vt:lpstr>Memerable Definition 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shyam padvik</dc:creator>
  <cp:keywords/>
  <dc:description>generated using python-pptx</dc:description>
  <cp:lastModifiedBy>sudheer kumar</cp:lastModifiedBy>
  <cp:revision>8</cp:revision>
  <dcterms:created xsi:type="dcterms:W3CDTF">2013-01-27T09:14:16Z</dcterms:created>
  <dcterms:modified xsi:type="dcterms:W3CDTF">2026-06-29T01:47:03Z</dcterms:modified>
  <cp:category/>
</cp:coreProperties>
</file>