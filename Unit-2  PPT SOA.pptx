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31"/>
  </p:notesMasterIdLst>
  <p:sldIdLst>
    <p:sldId id="256" r:id="rId2"/>
    <p:sldId id="283" r:id="rId3"/>
    <p:sldId id="257" r:id="rId4"/>
    <p:sldId id="258" r:id="rId5"/>
    <p:sldId id="259" r:id="rId6"/>
    <p:sldId id="260" r:id="rId7"/>
    <p:sldId id="284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Montserrat ExtraBold" panose="00000900000000000000" pitchFamily="2" charset="0"/>
      <p:bold r:id="rId36"/>
      <p:boldItalic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28882A"/>
    <a:srgbClr val="2BA0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r kumar" userId="c935a7bc9ba834e0" providerId="LiveId" clId="{31F0190F-68E9-4DC5-8536-2DF12ECC3B61}"/>
    <pc:docChg chg="custSel addSld delSld modSld sldOrd">
      <pc:chgData name="sudheer kumar" userId="c935a7bc9ba834e0" providerId="LiveId" clId="{31F0190F-68E9-4DC5-8536-2DF12ECC3B61}" dt="2026-07-13T01:28:17.068" v="500"/>
      <pc:docMkLst>
        <pc:docMk/>
      </pc:docMkLst>
      <pc:sldChg chg="modSp mod">
        <pc:chgData name="sudheer kumar" userId="c935a7bc9ba834e0" providerId="LiveId" clId="{31F0190F-68E9-4DC5-8536-2DF12ECC3B61}" dt="2026-07-13T01:24:25.459" v="490" actId="20577"/>
        <pc:sldMkLst>
          <pc:docMk/>
          <pc:sldMk cId="0" sldId="256"/>
        </pc:sldMkLst>
        <pc:spChg chg="mod">
          <ac:chgData name="sudheer kumar" userId="c935a7bc9ba834e0" providerId="LiveId" clId="{31F0190F-68E9-4DC5-8536-2DF12ECC3B61}" dt="2026-07-13T01:24:25.459" v="490" actId="20577"/>
          <ac:spMkLst>
            <pc:docMk/>
            <pc:sldMk cId="0" sldId="256"/>
            <ac:spMk id="134" creationId="{00000000-0000-0000-0000-000000000000}"/>
          </ac:spMkLst>
        </pc:spChg>
      </pc:sldChg>
      <pc:sldChg chg="delSp modSp new mod">
        <pc:chgData name="sudheer kumar" userId="c935a7bc9ba834e0" providerId="LiveId" clId="{31F0190F-68E9-4DC5-8536-2DF12ECC3B61}" dt="2026-07-13T00:53:49.714" v="25" actId="403"/>
        <pc:sldMkLst>
          <pc:docMk/>
          <pc:sldMk cId="128022349" sldId="257"/>
        </pc:sldMkLst>
        <pc:spChg chg="del">
          <ac:chgData name="sudheer kumar" userId="c935a7bc9ba834e0" providerId="LiveId" clId="{31F0190F-68E9-4DC5-8536-2DF12ECC3B61}" dt="2026-07-13T00:53:18.289" v="17" actId="478"/>
          <ac:spMkLst>
            <pc:docMk/>
            <pc:sldMk cId="128022349" sldId="257"/>
            <ac:spMk id="2" creationId="{EF41011C-CE56-EC52-16CF-C425E9222C0A}"/>
          </ac:spMkLst>
        </pc:spChg>
        <pc:spChg chg="mod">
          <ac:chgData name="sudheer kumar" userId="c935a7bc9ba834e0" providerId="LiveId" clId="{31F0190F-68E9-4DC5-8536-2DF12ECC3B61}" dt="2026-07-13T00:53:49.714" v="25" actId="403"/>
          <ac:spMkLst>
            <pc:docMk/>
            <pc:sldMk cId="128022349" sldId="257"/>
            <ac:spMk id="3" creationId="{F17F1659-A980-E0E9-0558-DF4D4AD9F89B}"/>
          </ac:spMkLst>
        </pc:spChg>
      </pc:sldChg>
      <pc:sldChg chg="del">
        <pc:chgData name="sudheer kumar" userId="c935a7bc9ba834e0" providerId="LiveId" clId="{31F0190F-68E9-4DC5-8536-2DF12ECC3B61}" dt="2026-07-13T00:52:49.226" v="0" actId="47"/>
        <pc:sldMkLst>
          <pc:docMk/>
          <pc:sldMk cId="2029550935" sldId="257"/>
        </pc:sldMkLst>
      </pc:sldChg>
      <pc:sldChg chg="del">
        <pc:chgData name="sudheer kumar" userId="c935a7bc9ba834e0" providerId="LiveId" clId="{31F0190F-68E9-4DC5-8536-2DF12ECC3B61}" dt="2026-07-13T00:52:49.830" v="2" actId="47"/>
        <pc:sldMkLst>
          <pc:docMk/>
          <pc:sldMk cId="1048130427" sldId="258"/>
        </pc:sldMkLst>
      </pc:sldChg>
      <pc:sldChg chg="delSp modSp new mod">
        <pc:chgData name="sudheer kumar" userId="c935a7bc9ba834e0" providerId="LiveId" clId="{31F0190F-68E9-4DC5-8536-2DF12ECC3B61}" dt="2026-07-13T00:54:52.741" v="42" actId="27636"/>
        <pc:sldMkLst>
          <pc:docMk/>
          <pc:sldMk cId="4158686361" sldId="258"/>
        </pc:sldMkLst>
        <pc:spChg chg="del">
          <ac:chgData name="sudheer kumar" userId="c935a7bc9ba834e0" providerId="LiveId" clId="{31F0190F-68E9-4DC5-8536-2DF12ECC3B61}" dt="2026-07-13T00:54:43.824" v="39" actId="478"/>
          <ac:spMkLst>
            <pc:docMk/>
            <pc:sldMk cId="4158686361" sldId="258"/>
            <ac:spMk id="2" creationId="{DC8C187E-5DFE-DB3A-3F10-D765E4F6AD36}"/>
          </ac:spMkLst>
        </pc:spChg>
        <pc:spChg chg="mod">
          <ac:chgData name="sudheer kumar" userId="c935a7bc9ba834e0" providerId="LiveId" clId="{31F0190F-68E9-4DC5-8536-2DF12ECC3B61}" dt="2026-07-13T00:54:52.741" v="42" actId="27636"/>
          <ac:spMkLst>
            <pc:docMk/>
            <pc:sldMk cId="4158686361" sldId="258"/>
            <ac:spMk id="3" creationId="{935469B6-A8B0-809C-70A1-F33257A825AA}"/>
          </ac:spMkLst>
        </pc:spChg>
      </pc:sldChg>
      <pc:sldChg chg="del">
        <pc:chgData name="sudheer kumar" userId="c935a7bc9ba834e0" providerId="LiveId" clId="{31F0190F-68E9-4DC5-8536-2DF12ECC3B61}" dt="2026-07-13T00:52:50.038" v="3" actId="47"/>
        <pc:sldMkLst>
          <pc:docMk/>
          <pc:sldMk cId="612543055" sldId="259"/>
        </pc:sldMkLst>
      </pc:sldChg>
      <pc:sldChg chg="delSp modSp new mod">
        <pc:chgData name="sudheer kumar" userId="c935a7bc9ba834e0" providerId="LiveId" clId="{31F0190F-68E9-4DC5-8536-2DF12ECC3B61}" dt="2026-07-13T00:55:39.921" v="58" actId="2710"/>
        <pc:sldMkLst>
          <pc:docMk/>
          <pc:sldMk cId="806583997" sldId="259"/>
        </pc:sldMkLst>
        <pc:spChg chg="del">
          <ac:chgData name="sudheer kumar" userId="c935a7bc9ba834e0" providerId="LiveId" clId="{31F0190F-68E9-4DC5-8536-2DF12ECC3B61}" dt="2026-07-13T00:55:14.300" v="45" actId="478"/>
          <ac:spMkLst>
            <pc:docMk/>
            <pc:sldMk cId="806583997" sldId="259"/>
            <ac:spMk id="2" creationId="{246BF6AD-EC37-4E8E-CA05-8A8244698ADC}"/>
          </ac:spMkLst>
        </pc:spChg>
        <pc:spChg chg="mod">
          <ac:chgData name="sudheer kumar" userId="c935a7bc9ba834e0" providerId="LiveId" clId="{31F0190F-68E9-4DC5-8536-2DF12ECC3B61}" dt="2026-07-13T00:55:39.921" v="58" actId="2710"/>
          <ac:spMkLst>
            <pc:docMk/>
            <pc:sldMk cId="806583997" sldId="259"/>
            <ac:spMk id="3" creationId="{549F446E-12B0-5CA9-EDA5-7E5EBCDFA04D}"/>
          </ac:spMkLst>
        </pc:spChg>
      </pc:sldChg>
      <pc:sldChg chg="delSp modSp new mod">
        <pc:chgData name="sudheer kumar" userId="c935a7bc9ba834e0" providerId="LiveId" clId="{31F0190F-68E9-4DC5-8536-2DF12ECC3B61}" dt="2026-07-13T00:57:47.735" v="97" actId="403"/>
        <pc:sldMkLst>
          <pc:docMk/>
          <pc:sldMk cId="1948942022" sldId="260"/>
        </pc:sldMkLst>
        <pc:spChg chg="del">
          <ac:chgData name="sudheer kumar" userId="c935a7bc9ba834e0" providerId="LiveId" clId="{31F0190F-68E9-4DC5-8536-2DF12ECC3B61}" dt="2026-07-13T00:56:06.015" v="61" actId="478"/>
          <ac:spMkLst>
            <pc:docMk/>
            <pc:sldMk cId="1948942022" sldId="260"/>
            <ac:spMk id="2" creationId="{B0BD59DF-6C17-B87D-17EF-AE088CCF612E}"/>
          </ac:spMkLst>
        </pc:spChg>
        <pc:spChg chg="mod">
          <ac:chgData name="sudheer kumar" userId="c935a7bc9ba834e0" providerId="LiveId" clId="{31F0190F-68E9-4DC5-8536-2DF12ECC3B61}" dt="2026-07-13T00:57:47.735" v="97" actId="403"/>
          <ac:spMkLst>
            <pc:docMk/>
            <pc:sldMk cId="1948942022" sldId="260"/>
            <ac:spMk id="3" creationId="{374D7AD2-DAA6-C189-814F-DF6D89F2F13F}"/>
          </ac:spMkLst>
        </pc:spChg>
      </pc:sldChg>
      <pc:sldChg chg="del">
        <pc:chgData name="sudheer kumar" userId="c935a7bc9ba834e0" providerId="LiveId" clId="{31F0190F-68E9-4DC5-8536-2DF12ECC3B61}" dt="2026-07-13T00:52:50.240" v="4" actId="47"/>
        <pc:sldMkLst>
          <pc:docMk/>
          <pc:sldMk cId="2231270834" sldId="260"/>
        </pc:sldMkLst>
      </pc:sldChg>
      <pc:sldChg chg="delSp modSp new mod">
        <pc:chgData name="sudheer kumar" userId="c935a7bc9ba834e0" providerId="LiveId" clId="{31F0190F-68E9-4DC5-8536-2DF12ECC3B61}" dt="2026-07-13T00:57:42" v="95" actId="6549"/>
        <pc:sldMkLst>
          <pc:docMk/>
          <pc:sldMk cId="2160010032" sldId="261"/>
        </pc:sldMkLst>
        <pc:spChg chg="del">
          <ac:chgData name="sudheer kumar" userId="c935a7bc9ba834e0" providerId="LiveId" clId="{31F0190F-68E9-4DC5-8536-2DF12ECC3B61}" dt="2026-07-13T00:57:10.437" v="78" actId="478"/>
          <ac:spMkLst>
            <pc:docMk/>
            <pc:sldMk cId="2160010032" sldId="261"/>
            <ac:spMk id="2" creationId="{308D5EE5-3804-EB78-1470-484BC0476252}"/>
          </ac:spMkLst>
        </pc:spChg>
        <pc:spChg chg="mod">
          <ac:chgData name="sudheer kumar" userId="c935a7bc9ba834e0" providerId="LiveId" clId="{31F0190F-68E9-4DC5-8536-2DF12ECC3B61}" dt="2026-07-13T00:57:42" v="95" actId="6549"/>
          <ac:spMkLst>
            <pc:docMk/>
            <pc:sldMk cId="2160010032" sldId="261"/>
            <ac:spMk id="3" creationId="{3E0D1F06-65FE-5C15-03AC-BF258189DF60}"/>
          </ac:spMkLst>
        </pc:spChg>
      </pc:sldChg>
      <pc:sldChg chg="del">
        <pc:chgData name="sudheer kumar" userId="c935a7bc9ba834e0" providerId="LiveId" clId="{31F0190F-68E9-4DC5-8536-2DF12ECC3B61}" dt="2026-07-13T00:52:50.460" v="5" actId="47"/>
        <pc:sldMkLst>
          <pc:docMk/>
          <pc:sldMk cId="2186175369" sldId="261"/>
        </pc:sldMkLst>
      </pc:sldChg>
      <pc:sldChg chg="del">
        <pc:chgData name="sudheer kumar" userId="c935a7bc9ba834e0" providerId="LiveId" clId="{31F0190F-68E9-4DC5-8536-2DF12ECC3B61}" dt="2026-07-13T00:52:52.414" v="14" actId="47"/>
        <pc:sldMkLst>
          <pc:docMk/>
          <pc:sldMk cId="1403730770" sldId="262"/>
        </pc:sldMkLst>
      </pc:sldChg>
      <pc:sldChg chg="delSp modSp new mod ord">
        <pc:chgData name="sudheer kumar" userId="c935a7bc9ba834e0" providerId="LiveId" clId="{31F0190F-68E9-4DC5-8536-2DF12ECC3B61}" dt="2026-07-13T00:59:30.022" v="119"/>
        <pc:sldMkLst>
          <pc:docMk/>
          <pc:sldMk cId="2660027911" sldId="262"/>
        </pc:sldMkLst>
        <pc:spChg chg="del">
          <ac:chgData name="sudheer kumar" userId="c935a7bc9ba834e0" providerId="LiveId" clId="{31F0190F-68E9-4DC5-8536-2DF12ECC3B61}" dt="2026-07-13T00:58:05.688" v="100" actId="478"/>
          <ac:spMkLst>
            <pc:docMk/>
            <pc:sldMk cId="2660027911" sldId="262"/>
            <ac:spMk id="2" creationId="{3FEBC0CE-2784-FC21-4802-4813D28C81F6}"/>
          </ac:spMkLst>
        </pc:spChg>
        <pc:spChg chg="mod">
          <ac:chgData name="sudheer kumar" userId="c935a7bc9ba834e0" providerId="LiveId" clId="{31F0190F-68E9-4DC5-8536-2DF12ECC3B61}" dt="2026-07-13T00:58:27.877" v="117" actId="6549"/>
          <ac:spMkLst>
            <pc:docMk/>
            <pc:sldMk cId="2660027911" sldId="262"/>
            <ac:spMk id="3" creationId="{2B3C5FA7-B2FB-A76D-9A76-9BC173DAC7D8}"/>
          </ac:spMkLst>
        </pc:spChg>
      </pc:sldChg>
      <pc:sldChg chg="delSp modSp new mod">
        <pc:chgData name="sudheer kumar" userId="c935a7bc9ba834e0" providerId="LiveId" clId="{31F0190F-68E9-4DC5-8536-2DF12ECC3B61}" dt="2026-07-13T01:00:49.948" v="145" actId="1076"/>
        <pc:sldMkLst>
          <pc:docMk/>
          <pc:sldMk cId="1009481313" sldId="263"/>
        </pc:sldMkLst>
        <pc:spChg chg="del">
          <ac:chgData name="sudheer kumar" userId="c935a7bc9ba834e0" providerId="LiveId" clId="{31F0190F-68E9-4DC5-8536-2DF12ECC3B61}" dt="2026-07-13T00:59:53.030" v="122" actId="478"/>
          <ac:spMkLst>
            <pc:docMk/>
            <pc:sldMk cId="1009481313" sldId="263"/>
            <ac:spMk id="2" creationId="{F55E67F4-2301-B4A3-EB1B-B82A7BD72E5B}"/>
          </ac:spMkLst>
        </pc:spChg>
        <pc:spChg chg="mod">
          <ac:chgData name="sudheer kumar" userId="c935a7bc9ba834e0" providerId="LiveId" clId="{31F0190F-68E9-4DC5-8536-2DF12ECC3B61}" dt="2026-07-13T01:00:49.948" v="145" actId="1076"/>
          <ac:spMkLst>
            <pc:docMk/>
            <pc:sldMk cId="1009481313" sldId="263"/>
            <ac:spMk id="3" creationId="{66EAC84A-0C1F-5013-1F78-473A91B09F61}"/>
          </ac:spMkLst>
        </pc:spChg>
      </pc:sldChg>
      <pc:sldChg chg="del">
        <pc:chgData name="sudheer kumar" userId="c935a7bc9ba834e0" providerId="LiveId" clId="{31F0190F-68E9-4DC5-8536-2DF12ECC3B61}" dt="2026-07-13T00:52:50.664" v="6" actId="47"/>
        <pc:sldMkLst>
          <pc:docMk/>
          <pc:sldMk cId="3280817432" sldId="263"/>
        </pc:sldMkLst>
      </pc:sldChg>
      <pc:sldChg chg="del">
        <pc:chgData name="sudheer kumar" userId="c935a7bc9ba834e0" providerId="LiveId" clId="{31F0190F-68E9-4DC5-8536-2DF12ECC3B61}" dt="2026-07-13T00:52:50.836" v="7" actId="47"/>
        <pc:sldMkLst>
          <pc:docMk/>
          <pc:sldMk cId="1717295196" sldId="264"/>
        </pc:sldMkLst>
      </pc:sldChg>
      <pc:sldChg chg="delSp modSp new mod">
        <pc:chgData name="sudheer kumar" userId="c935a7bc9ba834e0" providerId="LiveId" clId="{31F0190F-68E9-4DC5-8536-2DF12ECC3B61}" dt="2026-07-13T01:02:03.607" v="166" actId="2710"/>
        <pc:sldMkLst>
          <pc:docMk/>
          <pc:sldMk cId="4129870018" sldId="264"/>
        </pc:sldMkLst>
        <pc:spChg chg="del">
          <ac:chgData name="sudheer kumar" userId="c935a7bc9ba834e0" providerId="LiveId" clId="{31F0190F-68E9-4DC5-8536-2DF12ECC3B61}" dt="2026-07-13T01:00:56.980" v="147" actId="478"/>
          <ac:spMkLst>
            <pc:docMk/>
            <pc:sldMk cId="4129870018" sldId="264"/>
            <ac:spMk id="2" creationId="{A6C3A5B7-1469-DE0F-A3EC-B37FCF1A4644}"/>
          </ac:spMkLst>
        </pc:spChg>
        <pc:spChg chg="mod">
          <ac:chgData name="sudheer kumar" userId="c935a7bc9ba834e0" providerId="LiveId" clId="{31F0190F-68E9-4DC5-8536-2DF12ECC3B61}" dt="2026-07-13T01:02:03.607" v="166" actId="2710"/>
          <ac:spMkLst>
            <pc:docMk/>
            <pc:sldMk cId="4129870018" sldId="264"/>
            <ac:spMk id="3" creationId="{B42EF56C-8BF6-9A3B-D474-6AC0F136E39E}"/>
          </ac:spMkLst>
        </pc:spChg>
      </pc:sldChg>
      <pc:sldChg chg="delSp modSp new mod">
        <pc:chgData name="sudheer kumar" userId="c935a7bc9ba834e0" providerId="LiveId" clId="{31F0190F-68E9-4DC5-8536-2DF12ECC3B61}" dt="2026-07-13T01:05:15.837" v="185" actId="27636"/>
        <pc:sldMkLst>
          <pc:docMk/>
          <pc:sldMk cId="2925874501" sldId="265"/>
        </pc:sldMkLst>
        <pc:spChg chg="del">
          <ac:chgData name="sudheer kumar" userId="c935a7bc9ba834e0" providerId="LiveId" clId="{31F0190F-68E9-4DC5-8536-2DF12ECC3B61}" dt="2026-07-13T01:05:03.275" v="182" actId="478"/>
          <ac:spMkLst>
            <pc:docMk/>
            <pc:sldMk cId="2925874501" sldId="265"/>
            <ac:spMk id="2" creationId="{6C332A56-AA70-1424-BB72-F31B21C46255}"/>
          </ac:spMkLst>
        </pc:spChg>
        <pc:spChg chg="mod">
          <ac:chgData name="sudheer kumar" userId="c935a7bc9ba834e0" providerId="LiveId" clId="{31F0190F-68E9-4DC5-8536-2DF12ECC3B61}" dt="2026-07-13T01:05:15.837" v="185" actId="27636"/>
          <ac:spMkLst>
            <pc:docMk/>
            <pc:sldMk cId="2925874501" sldId="265"/>
            <ac:spMk id="3" creationId="{2FC91496-4417-6685-FFD6-F7E4022C0ECC}"/>
          </ac:spMkLst>
        </pc:spChg>
      </pc:sldChg>
      <pc:sldChg chg="del">
        <pc:chgData name="sudheer kumar" userId="c935a7bc9ba834e0" providerId="LiveId" clId="{31F0190F-68E9-4DC5-8536-2DF12ECC3B61}" dt="2026-07-13T00:52:51.085" v="8" actId="47"/>
        <pc:sldMkLst>
          <pc:docMk/>
          <pc:sldMk cId="4056220904" sldId="265"/>
        </pc:sldMkLst>
      </pc:sldChg>
      <pc:sldChg chg="delSp modSp new mod">
        <pc:chgData name="sudheer kumar" userId="c935a7bc9ba834e0" providerId="LiveId" clId="{31F0190F-68E9-4DC5-8536-2DF12ECC3B61}" dt="2026-07-13T01:06:18.552" v="211" actId="27636"/>
        <pc:sldMkLst>
          <pc:docMk/>
          <pc:sldMk cId="716082149" sldId="266"/>
        </pc:sldMkLst>
        <pc:spChg chg="del">
          <ac:chgData name="sudheer kumar" userId="c935a7bc9ba834e0" providerId="LiveId" clId="{31F0190F-68E9-4DC5-8536-2DF12ECC3B61}" dt="2026-07-13T01:05:23.770" v="187" actId="478"/>
          <ac:spMkLst>
            <pc:docMk/>
            <pc:sldMk cId="716082149" sldId="266"/>
            <ac:spMk id="2" creationId="{04C4AB60-DCB7-835E-6707-B194D4CF1921}"/>
          </ac:spMkLst>
        </pc:spChg>
        <pc:spChg chg="mod">
          <ac:chgData name="sudheer kumar" userId="c935a7bc9ba834e0" providerId="LiveId" clId="{31F0190F-68E9-4DC5-8536-2DF12ECC3B61}" dt="2026-07-13T01:06:18.552" v="211" actId="27636"/>
          <ac:spMkLst>
            <pc:docMk/>
            <pc:sldMk cId="716082149" sldId="266"/>
            <ac:spMk id="3" creationId="{50238033-60F3-57F7-CB0C-A174354E3557}"/>
          </ac:spMkLst>
        </pc:spChg>
      </pc:sldChg>
      <pc:sldChg chg="del">
        <pc:chgData name="sudheer kumar" userId="c935a7bc9ba834e0" providerId="LiveId" clId="{31F0190F-68E9-4DC5-8536-2DF12ECC3B61}" dt="2026-07-13T00:52:51.289" v="9" actId="47"/>
        <pc:sldMkLst>
          <pc:docMk/>
          <pc:sldMk cId="813118663" sldId="266"/>
        </pc:sldMkLst>
      </pc:sldChg>
      <pc:sldChg chg="delSp modSp new mod">
        <pc:chgData name="sudheer kumar" userId="c935a7bc9ba834e0" providerId="LiveId" clId="{31F0190F-68E9-4DC5-8536-2DF12ECC3B61}" dt="2026-07-13T01:06:52.001" v="228" actId="1076"/>
        <pc:sldMkLst>
          <pc:docMk/>
          <pc:sldMk cId="299109752" sldId="267"/>
        </pc:sldMkLst>
        <pc:spChg chg="del">
          <ac:chgData name="sudheer kumar" userId="c935a7bc9ba834e0" providerId="LiveId" clId="{31F0190F-68E9-4DC5-8536-2DF12ECC3B61}" dt="2026-07-13T01:06:32.697" v="214" actId="478"/>
          <ac:spMkLst>
            <pc:docMk/>
            <pc:sldMk cId="299109752" sldId="267"/>
            <ac:spMk id="2" creationId="{CD992656-6E75-42E7-2B83-D6459B7E27CE}"/>
          </ac:spMkLst>
        </pc:spChg>
        <pc:spChg chg="mod">
          <ac:chgData name="sudheer kumar" userId="c935a7bc9ba834e0" providerId="LiveId" clId="{31F0190F-68E9-4DC5-8536-2DF12ECC3B61}" dt="2026-07-13T01:06:52.001" v="228" actId="1076"/>
          <ac:spMkLst>
            <pc:docMk/>
            <pc:sldMk cId="299109752" sldId="267"/>
            <ac:spMk id="3" creationId="{5A5672F7-453B-FED2-70EE-DB1EF643C0D5}"/>
          </ac:spMkLst>
        </pc:spChg>
      </pc:sldChg>
      <pc:sldChg chg="del">
        <pc:chgData name="sudheer kumar" userId="c935a7bc9ba834e0" providerId="LiveId" clId="{31F0190F-68E9-4DC5-8536-2DF12ECC3B61}" dt="2026-07-13T00:52:51.522" v="10" actId="47"/>
        <pc:sldMkLst>
          <pc:docMk/>
          <pc:sldMk cId="3203289452" sldId="267"/>
        </pc:sldMkLst>
      </pc:sldChg>
      <pc:sldChg chg="del">
        <pc:chgData name="sudheer kumar" userId="c935a7bc9ba834e0" providerId="LiveId" clId="{31F0190F-68E9-4DC5-8536-2DF12ECC3B61}" dt="2026-07-13T00:52:51.727" v="11" actId="47"/>
        <pc:sldMkLst>
          <pc:docMk/>
          <pc:sldMk cId="1904048119" sldId="268"/>
        </pc:sldMkLst>
      </pc:sldChg>
      <pc:sldChg chg="delSp modSp new mod">
        <pc:chgData name="sudheer kumar" userId="c935a7bc9ba834e0" providerId="LiveId" clId="{31F0190F-68E9-4DC5-8536-2DF12ECC3B61}" dt="2026-07-13T01:07:33.232" v="245" actId="1076"/>
        <pc:sldMkLst>
          <pc:docMk/>
          <pc:sldMk cId="2310680038" sldId="268"/>
        </pc:sldMkLst>
        <pc:spChg chg="del">
          <ac:chgData name="sudheer kumar" userId="c935a7bc9ba834e0" providerId="LiveId" clId="{31F0190F-68E9-4DC5-8536-2DF12ECC3B61}" dt="2026-07-13T01:07:11.896" v="231" actId="478"/>
          <ac:spMkLst>
            <pc:docMk/>
            <pc:sldMk cId="2310680038" sldId="268"/>
            <ac:spMk id="2" creationId="{5C5126C2-776A-F2A8-402E-447F8773EA19}"/>
          </ac:spMkLst>
        </pc:spChg>
        <pc:spChg chg="mod">
          <ac:chgData name="sudheer kumar" userId="c935a7bc9ba834e0" providerId="LiveId" clId="{31F0190F-68E9-4DC5-8536-2DF12ECC3B61}" dt="2026-07-13T01:07:33.232" v="245" actId="1076"/>
          <ac:spMkLst>
            <pc:docMk/>
            <pc:sldMk cId="2310680038" sldId="268"/>
            <ac:spMk id="3" creationId="{1DBA5220-879D-62B5-FDE0-E1A0BEEA3EC7}"/>
          </ac:spMkLst>
        </pc:spChg>
      </pc:sldChg>
      <pc:sldChg chg="delSp modSp new mod">
        <pc:chgData name="sudheer kumar" userId="c935a7bc9ba834e0" providerId="LiveId" clId="{31F0190F-68E9-4DC5-8536-2DF12ECC3B61}" dt="2026-07-13T01:08:58.281" v="266" actId="27636"/>
        <pc:sldMkLst>
          <pc:docMk/>
          <pc:sldMk cId="53315235" sldId="269"/>
        </pc:sldMkLst>
        <pc:spChg chg="del">
          <ac:chgData name="sudheer kumar" userId="c935a7bc9ba834e0" providerId="LiveId" clId="{31F0190F-68E9-4DC5-8536-2DF12ECC3B61}" dt="2026-07-13T01:08:46.437" v="261" actId="478"/>
          <ac:spMkLst>
            <pc:docMk/>
            <pc:sldMk cId="53315235" sldId="269"/>
            <ac:spMk id="2" creationId="{3D5F0B30-5AF1-1A8B-FFB2-5AABF5F5E079}"/>
          </ac:spMkLst>
        </pc:spChg>
        <pc:spChg chg="mod">
          <ac:chgData name="sudheer kumar" userId="c935a7bc9ba834e0" providerId="LiveId" clId="{31F0190F-68E9-4DC5-8536-2DF12ECC3B61}" dt="2026-07-13T01:08:58.281" v="266" actId="27636"/>
          <ac:spMkLst>
            <pc:docMk/>
            <pc:sldMk cId="53315235" sldId="269"/>
            <ac:spMk id="3" creationId="{48C9BAB7-EB48-B8A7-2444-E27424358DF9}"/>
          </ac:spMkLst>
        </pc:spChg>
      </pc:sldChg>
      <pc:sldChg chg="del">
        <pc:chgData name="sudheer kumar" userId="c935a7bc9ba834e0" providerId="LiveId" clId="{31F0190F-68E9-4DC5-8536-2DF12ECC3B61}" dt="2026-07-13T00:52:51.960" v="12" actId="47"/>
        <pc:sldMkLst>
          <pc:docMk/>
          <pc:sldMk cId="2787796126" sldId="269"/>
        </pc:sldMkLst>
      </pc:sldChg>
      <pc:sldChg chg="del">
        <pc:chgData name="sudheer kumar" userId="c935a7bc9ba834e0" providerId="LiveId" clId="{31F0190F-68E9-4DC5-8536-2DF12ECC3B61}" dt="2026-07-13T00:52:52.195" v="13" actId="47"/>
        <pc:sldMkLst>
          <pc:docMk/>
          <pc:sldMk cId="2691462747" sldId="270"/>
        </pc:sldMkLst>
      </pc:sldChg>
      <pc:sldChg chg="delSp modSp new mod">
        <pc:chgData name="sudheer kumar" userId="c935a7bc9ba834e0" providerId="LiveId" clId="{31F0190F-68E9-4DC5-8536-2DF12ECC3B61}" dt="2026-07-13T01:13:06.420" v="288" actId="27636"/>
        <pc:sldMkLst>
          <pc:docMk/>
          <pc:sldMk cId="2755342036" sldId="270"/>
        </pc:sldMkLst>
        <pc:spChg chg="del">
          <ac:chgData name="sudheer kumar" userId="c935a7bc9ba834e0" providerId="LiveId" clId="{31F0190F-68E9-4DC5-8536-2DF12ECC3B61}" dt="2026-07-13T01:10:53.648" v="269" actId="478"/>
          <ac:spMkLst>
            <pc:docMk/>
            <pc:sldMk cId="2755342036" sldId="270"/>
            <ac:spMk id="2" creationId="{98303E1F-67D9-8D53-92A3-AA67FDA79053}"/>
          </ac:spMkLst>
        </pc:spChg>
        <pc:spChg chg="mod">
          <ac:chgData name="sudheer kumar" userId="c935a7bc9ba834e0" providerId="LiveId" clId="{31F0190F-68E9-4DC5-8536-2DF12ECC3B61}" dt="2026-07-13T01:13:06.420" v="288" actId="27636"/>
          <ac:spMkLst>
            <pc:docMk/>
            <pc:sldMk cId="2755342036" sldId="270"/>
            <ac:spMk id="3" creationId="{04D92797-368D-246E-6BBA-EFB21081B1AB}"/>
          </ac:spMkLst>
        </pc:spChg>
      </pc:sldChg>
      <pc:sldChg chg="delSp modSp new mod">
        <pc:chgData name="sudheer kumar" userId="c935a7bc9ba834e0" providerId="LiveId" clId="{31F0190F-68E9-4DC5-8536-2DF12ECC3B61}" dt="2026-07-13T01:13:51.916" v="305" actId="1076"/>
        <pc:sldMkLst>
          <pc:docMk/>
          <pc:sldMk cId="155746928" sldId="271"/>
        </pc:sldMkLst>
        <pc:spChg chg="del">
          <ac:chgData name="sudheer kumar" userId="c935a7bc9ba834e0" providerId="LiveId" clId="{31F0190F-68E9-4DC5-8536-2DF12ECC3B61}" dt="2026-07-13T01:13:45.088" v="304" actId="478"/>
          <ac:spMkLst>
            <pc:docMk/>
            <pc:sldMk cId="155746928" sldId="271"/>
            <ac:spMk id="2" creationId="{5B0667F7-69F6-113A-D071-CBA930D10393}"/>
          </ac:spMkLst>
        </pc:spChg>
        <pc:spChg chg="mod">
          <ac:chgData name="sudheer kumar" userId="c935a7bc9ba834e0" providerId="LiveId" clId="{31F0190F-68E9-4DC5-8536-2DF12ECC3B61}" dt="2026-07-13T01:13:51.916" v="305" actId="1076"/>
          <ac:spMkLst>
            <pc:docMk/>
            <pc:sldMk cId="155746928" sldId="271"/>
            <ac:spMk id="3" creationId="{79E39205-3DBB-335A-BAEB-BFD219798640}"/>
          </ac:spMkLst>
        </pc:spChg>
      </pc:sldChg>
      <pc:sldChg chg="del">
        <pc:chgData name="sudheer kumar" userId="c935a7bc9ba834e0" providerId="LiveId" clId="{31F0190F-68E9-4DC5-8536-2DF12ECC3B61}" dt="2026-07-13T00:52:49.585" v="1" actId="47"/>
        <pc:sldMkLst>
          <pc:docMk/>
          <pc:sldMk cId="369784455" sldId="271"/>
        </pc:sldMkLst>
      </pc:sldChg>
      <pc:sldChg chg="delSp modSp new mod">
        <pc:chgData name="sudheer kumar" userId="c935a7bc9ba834e0" providerId="LiveId" clId="{31F0190F-68E9-4DC5-8536-2DF12ECC3B61}" dt="2026-07-13T01:14:41.494" v="328" actId="27636"/>
        <pc:sldMkLst>
          <pc:docMk/>
          <pc:sldMk cId="2300346696" sldId="272"/>
        </pc:sldMkLst>
        <pc:spChg chg="del">
          <ac:chgData name="sudheer kumar" userId="c935a7bc9ba834e0" providerId="LiveId" clId="{31F0190F-68E9-4DC5-8536-2DF12ECC3B61}" dt="2026-07-13T01:14:20.603" v="316" actId="478"/>
          <ac:spMkLst>
            <pc:docMk/>
            <pc:sldMk cId="2300346696" sldId="272"/>
            <ac:spMk id="2" creationId="{A44663D3-CAD3-9576-187C-625F005E108D}"/>
          </ac:spMkLst>
        </pc:spChg>
        <pc:spChg chg="mod">
          <ac:chgData name="sudheer kumar" userId="c935a7bc9ba834e0" providerId="LiveId" clId="{31F0190F-68E9-4DC5-8536-2DF12ECC3B61}" dt="2026-07-13T01:14:41.494" v="328" actId="27636"/>
          <ac:spMkLst>
            <pc:docMk/>
            <pc:sldMk cId="2300346696" sldId="272"/>
            <ac:spMk id="3" creationId="{44A2B1AC-33B3-3D6A-7ECF-DAFF80622000}"/>
          </ac:spMkLst>
        </pc:spChg>
      </pc:sldChg>
      <pc:sldChg chg="delSp modSp new mod">
        <pc:chgData name="sudheer kumar" userId="c935a7bc9ba834e0" providerId="LiveId" clId="{31F0190F-68E9-4DC5-8536-2DF12ECC3B61}" dt="2026-07-13T01:15:39.074" v="345" actId="403"/>
        <pc:sldMkLst>
          <pc:docMk/>
          <pc:sldMk cId="3705892445" sldId="273"/>
        </pc:sldMkLst>
        <pc:spChg chg="del">
          <ac:chgData name="sudheer kumar" userId="c935a7bc9ba834e0" providerId="LiveId" clId="{31F0190F-68E9-4DC5-8536-2DF12ECC3B61}" dt="2026-07-13T01:15:17.199" v="331" actId="478"/>
          <ac:spMkLst>
            <pc:docMk/>
            <pc:sldMk cId="3705892445" sldId="273"/>
            <ac:spMk id="2" creationId="{1CE51AE4-BDA0-610F-34C5-6842BAD1E8F6}"/>
          </ac:spMkLst>
        </pc:spChg>
        <pc:spChg chg="mod">
          <ac:chgData name="sudheer kumar" userId="c935a7bc9ba834e0" providerId="LiveId" clId="{31F0190F-68E9-4DC5-8536-2DF12ECC3B61}" dt="2026-07-13T01:15:39.074" v="345" actId="403"/>
          <ac:spMkLst>
            <pc:docMk/>
            <pc:sldMk cId="3705892445" sldId="273"/>
            <ac:spMk id="3" creationId="{085F830D-7CF7-5693-4558-9EC694DA1B95}"/>
          </ac:spMkLst>
        </pc:spChg>
      </pc:sldChg>
      <pc:sldChg chg="delSp modSp new mod">
        <pc:chgData name="sudheer kumar" userId="c935a7bc9ba834e0" providerId="LiveId" clId="{31F0190F-68E9-4DC5-8536-2DF12ECC3B61}" dt="2026-07-13T01:17:16.109" v="362" actId="478"/>
        <pc:sldMkLst>
          <pc:docMk/>
          <pc:sldMk cId="1167729424" sldId="274"/>
        </pc:sldMkLst>
        <pc:spChg chg="del">
          <ac:chgData name="sudheer kumar" userId="c935a7bc9ba834e0" providerId="LiveId" clId="{31F0190F-68E9-4DC5-8536-2DF12ECC3B61}" dt="2026-07-13T01:17:16.109" v="362" actId="478"/>
          <ac:spMkLst>
            <pc:docMk/>
            <pc:sldMk cId="1167729424" sldId="274"/>
            <ac:spMk id="2" creationId="{4C3F7FFA-575F-0290-5010-1926C934B2C2}"/>
          </ac:spMkLst>
        </pc:spChg>
        <pc:spChg chg="mod">
          <ac:chgData name="sudheer kumar" userId="c935a7bc9ba834e0" providerId="LiveId" clId="{31F0190F-68E9-4DC5-8536-2DF12ECC3B61}" dt="2026-07-13T01:16:47.916" v="361" actId="20577"/>
          <ac:spMkLst>
            <pc:docMk/>
            <pc:sldMk cId="1167729424" sldId="274"/>
            <ac:spMk id="3" creationId="{CEB99458-961D-FEF5-8893-5626C8C3D3A6}"/>
          </ac:spMkLst>
        </pc:spChg>
      </pc:sldChg>
      <pc:sldChg chg="delSp modSp new mod">
        <pc:chgData name="sudheer kumar" userId="c935a7bc9ba834e0" providerId="LiveId" clId="{31F0190F-68E9-4DC5-8536-2DF12ECC3B61}" dt="2026-07-13T01:18:12.188" v="376" actId="2710"/>
        <pc:sldMkLst>
          <pc:docMk/>
          <pc:sldMk cId="982575681" sldId="275"/>
        </pc:sldMkLst>
        <pc:spChg chg="del">
          <ac:chgData name="sudheer kumar" userId="c935a7bc9ba834e0" providerId="LiveId" clId="{31F0190F-68E9-4DC5-8536-2DF12ECC3B61}" dt="2026-07-13T01:17:39.938" v="365" actId="478"/>
          <ac:spMkLst>
            <pc:docMk/>
            <pc:sldMk cId="982575681" sldId="275"/>
            <ac:spMk id="2" creationId="{8E6B5C72-B1EE-732F-F3BB-C813FB90E7D7}"/>
          </ac:spMkLst>
        </pc:spChg>
        <pc:spChg chg="mod">
          <ac:chgData name="sudheer kumar" userId="c935a7bc9ba834e0" providerId="LiveId" clId="{31F0190F-68E9-4DC5-8536-2DF12ECC3B61}" dt="2026-07-13T01:18:12.188" v="376" actId="2710"/>
          <ac:spMkLst>
            <pc:docMk/>
            <pc:sldMk cId="982575681" sldId="275"/>
            <ac:spMk id="3" creationId="{6EC54B31-F643-00B7-E134-5C221CF69569}"/>
          </ac:spMkLst>
        </pc:spChg>
      </pc:sldChg>
      <pc:sldChg chg="delSp modSp new mod">
        <pc:chgData name="sudheer kumar" userId="c935a7bc9ba834e0" providerId="LiveId" clId="{31F0190F-68E9-4DC5-8536-2DF12ECC3B61}" dt="2026-07-13T01:19:28.938" v="409" actId="403"/>
        <pc:sldMkLst>
          <pc:docMk/>
          <pc:sldMk cId="2509199069" sldId="276"/>
        </pc:sldMkLst>
        <pc:spChg chg="del">
          <ac:chgData name="sudheer kumar" userId="c935a7bc9ba834e0" providerId="LiveId" clId="{31F0190F-68E9-4DC5-8536-2DF12ECC3B61}" dt="2026-07-13T01:18:20.032" v="378" actId="478"/>
          <ac:spMkLst>
            <pc:docMk/>
            <pc:sldMk cId="2509199069" sldId="276"/>
            <ac:spMk id="2" creationId="{8320F31D-6810-2E95-88CD-78E16EAB1224}"/>
          </ac:spMkLst>
        </pc:spChg>
        <pc:spChg chg="mod">
          <ac:chgData name="sudheer kumar" userId="c935a7bc9ba834e0" providerId="LiveId" clId="{31F0190F-68E9-4DC5-8536-2DF12ECC3B61}" dt="2026-07-13T01:19:28.938" v="409" actId="403"/>
          <ac:spMkLst>
            <pc:docMk/>
            <pc:sldMk cId="2509199069" sldId="276"/>
            <ac:spMk id="3" creationId="{F8F65E9A-7CEF-E7F9-C492-FF6C1446D6A2}"/>
          </ac:spMkLst>
        </pc:spChg>
      </pc:sldChg>
      <pc:sldChg chg="delSp modSp new mod">
        <pc:chgData name="sudheer kumar" userId="c935a7bc9ba834e0" providerId="LiveId" clId="{31F0190F-68E9-4DC5-8536-2DF12ECC3B61}" dt="2026-07-13T01:19:44.141" v="417" actId="27636"/>
        <pc:sldMkLst>
          <pc:docMk/>
          <pc:sldMk cId="3422747146" sldId="277"/>
        </pc:sldMkLst>
        <pc:spChg chg="del">
          <ac:chgData name="sudheer kumar" userId="c935a7bc9ba834e0" providerId="LiveId" clId="{31F0190F-68E9-4DC5-8536-2DF12ECC3B61}" dt="2026-07-13T01:19:38.548" v="412" actId="478"/>
          <ac:spMkLst>
            <pc:docMk/>
            <pc:sldMk cId="3422747146" sldId="277"/>
            <ac:spMk id="2" creationId="{22A7989E-5960-104A-CDB9-B3BF5852CDDA}"/>
          </ac:spMkLst>
        </pc:spChg>
        <pc:spChg chg="mod">
          <ac:chgData name="sudheer kumar" userId="c935a7bc9ba834e0" providerId="LiveId" clId="{31F0190F-68E9-4DC5-8536-2DF12ECC3B61}" dt="2026-07-13T01:19:44.141" v="417" actId="27636"/>
          <ac:spMkLst>
            <pc:docMk/>
            <pc:sldMk cId="3422747146" sldId="277"/>
            <ac:spMk id="3" creationId="{6290770B-8794-4D42-1505-880F09150A47}"/>
          </ac:spMkLst>
        </pc:spChg>
      </pc:sldChg>
      <pc:sldChg chg="delSp modSp new mod">
        <pc:chgData name="sudheer kumar" userId="c935a7bc9ba834e0" providerId="LiveId" clId="{31F0190F-68E9-4DC5-8536-2DF12ECC3B61}" dt="2026-07-13T01:20:28.903" v="429" actId="403"/>
        <pc:sldMkLst>
          <pc:docMk/>
          <pc:sldMk cId="2937190259" sldId="278"/>
        </pc:sldMkLst>
        <pc:spChg chg="del">
          <ac:chgData name="sudheer kumar" userId="c935a7bc9ba834e0" providerId="LiveId" clId="{31F0190F-68E9-4DC5-8536-2DF12ECC3B61}" dt="2026-07-13T01:20:02.742" v="420" actId="478"/>
          <ac:spMkLst>
            <pc:docMk/>
            <pc:sldMk cId="2937190259" sldId="278"/>
            <ac:spMk id="2" creationId="{9944DF77-B059-02EA-B8CA-7F6694DCC40B}"/>
          </ac:spMkLst>
        </pc:spChg>
        <pc:spChg chg="mod">
          <ac:chgData name="sudheer kumar" userId="c935a7bc9ba834e0" providerId="LiveId" clId="{31F0190F-68E9-4DC5-8536-2DF12ECC3B61}" dt="2026-07-13T01:20:28.903" v="429" actId="403"/>
          <ac:spMkLst>
            <pc:docMk/>
            <pc:sldMk cId="2937190259" sldId="278"/>
            <ac:spMk id="3" creationId="{285630FE-BEEC-0C87-2B6F-7628C1CA447E}"/>
          </ac:spMkLst>
        </pc:spChg>
      </pc:sldChg>
      <pc:sldChg chg="delSp modSp new mod">
        <pc:chgData name="sudheer kumar" userId="c935a7bc9ba834e0" providerId="LiveId" clId="{31F0190F-68E9-4DC5-8536-2DF12ECC3B61}" dt="2026-07-13T01:21:39.233" v="455" actId="1076"/>
        <pc:sldMkLst>
          <pc:docMk/>
          <pc:sldMk cId="2485203573" sldId="279"/>
        </pc:sldMkLst>
        <pc:spChg chg="del">
          <ac:chgData name="sudheer kumar" userId="c935a7bc9ba834e0" providerId="LiveId" clId="{31F0190F-68E9-4DC5-8536-2DF12ECC3B61}" dt="2026-07-13T01:21:27.222" v="454" actId="478"/>
          <ac:spMkLst>
            <pc:docMk/>
            <pc:sldMk cId="2485203573" sldId="279"/>
            <ac:spMk id="2" creationId="{48B7CE42-70F0-A1E4-CBC8-793FB1CF59D7}"/>
          </ac:spMkLst>
        </pc:spChg>
        <pc:spChg chg="mod">
          <ac:chgData name="sudheer kumar" userId="c935a7bc9ba834e0" providerId="LiveId" clId="{31F0190F-68E9-4DC5-8536-2DF12ECC3B61}" dt="2026-07-13T01:21:39.233" v="455" actId="1076"/>
          <ac:spMkLst>
            <pc:docMk/>
            <pc:sldMk cId="2485203573" sldId="279"/>
            <ac:spMk id="3" creationId="{EBA629C9-DF6C-1B43-4ACF-CE7F935D351D}"/>
          </ac:spMkLst>
        </pc:spChg>
      </pc:sldChg>
      <pc:sldChg chg="delSp modSp new mod">
        <pc:chgData name="sudheer kumar" userId="c935a7bc9ba834e0" providerId="LiveId" clId="{31F0190F-68E9-4DC5-8536-2DF12ECC3B61}" dt="2026-07-13T01:22:32.001" v="467" actId="6549"/>
        <pc:sldMkLst>
          <pc:docMk/>
          <pc:sldMk cId="2599355721" sldId="280"/>
        </pc:sldMkLst>
        <pc:spChg chg="del">
          <ac:chgData name="sudheer kumar" userId="c935a7bc9ba834e0" providerId="LiveId" clId="{31F0190F-68E9-4DC5-8536-2DF12ECC3B61}" dt="2026-07-13T01:22:22.719" v="464" actId="478"/>
          <ac:spMkLst>
            <pc:docMk/>
            <pc:sldMk cId="2599355721" sldId="280"/>
            <ac:spMk id="2" creationId="{0B4D1373-13C6-DD6B-E45B-54563DF6E766}"/>
          </ac:spMkLst>
        </pc:spChg>
        <pc:spChg chg="mod">
          <ac:chgData name="sudheer kumar" userId="c935a7bc9ba834e0" providerId="LiveId" clId="{31F0190F-68E9-4DC5-8536-2DF12ECC3B61}" dt="2026-07-13T01:22:32.001" v="467" actId="6549"/>
          <ac:spMkLst>
            <pc:docMk/>
            <pc:sldMk cId="2599355721" sldId="280"/>
            <ac:spMk id="3" creationId="{78E33381-A32C-9CD3-3450-80E66BBA5CA8}"/>
          </ac:spMkLst>
        </pc:spChg>
      </pc:sldChg>
      <pc:sldChg chg="delSp modSp new mod">
        <pc:chgData name="sudheer kumar" userId="c935a7bc9ba834e0" providerId="LiveId" clId="{31F0190F-68E9-4DC5-8536-2DF12ECC3B61}" dt="2026-07-13T01:23:29.429" v="478" actId="115"/>
        <pc:sldMkLst>
          <pc:docMk/>
          <pc:sldMk cId="1582106422" sldId="281"/>
        </pc:sldMkLst>
        <pc:spChg chg="del">
          <ac:chgData name="sudheer kumar" userId="c935a7bc9ba834e0" providerId="LiveId" clId="{31F0190F-68E9-4DC5-8536-2DF12ECC3B61}" dt="2026-07-13T01:23:04.374" v="470" actId="478"/>
          <ac:spMkLst>
            <pc:docMk/>
            <pc:sldMk cId="1582106422" sldId="281"/>
            <ac:spMk id="2" creationId="{9A1A2CC3-8E31-72D5-7523-451A000A2446}"/>
          </ac:spMkLst>
        </pc:spChg>
        <pc:spChg chg="mod">
          <ac:chgData name="sudheer kumar" userId="c935a7bc9ba834e0" providerId="LiveId" clId="{31F0190F-68E9-4DC5-8536-2DF12ECC3B61}" dt="2026-07-13T01:23:29.429" v="478" actId="115"/>
          <ac:spMkLst>
            <pc:docMk/>
            <pc:sldMk cId="1582106422" sldId="281"/>
            <ac:spMk id="3" creationId="{735353AC-FE57-250D-354C-7D619D8280D1}"/>
          </ac:spMkLst>
        </pc:spChg>
      </pc:sldChg>
      <pc:sldChg chg="delSp modSp new mod">
        <pc:chgData name="sudheer kumar" userId="c935a7bc9ba834e0" providerId="LiveId" clId="{31F0190F-68E9-4DC5-8536-2DF12ECC3B61}" dt="2026-07-13T01:24:05.992" v="488" actId="1076"/>
        <pc:sldMkLst>
          <pc:docMk/>
          <pc:sldMk cId="523413299" sldId="282"/>
        </pc:sldMkLst>
        <pc:spChg chg="del">
          <ac:chgData name="sudheer kumar" userId="c935a7bc9ba834e0" providerId="LiveId" clId="{31F0190F-68E9-4DC5-8536-2DF12ECC3B61}" dt="2026-07-13T01:23:57.445" v="486" actId="478"/>
          <ac:spMkLst>
            <pc:docMk/>
            <pc:sldMk cId="523413299" sldId="282"/>
            <ac:spMk id="2" creationId="{53D11A2B-99F4-3DAC-D12E-9D54C932C852}"/>
          </ac:spMkLst>
        </pc:spChg>
        <pc:spChg chg="mod">
          <ac:chgData name="sudheer kumar" userId="c935a7bc9ba834e0" providerId="LiveId" clId="{31F0190F-68E9-4DC5-8536-2DF12ECC3B61}" dt="2026-07-13T01:24:05.992" v="488" actId="1076"/>
          <ac:spMkLst>
            <pc:docMk/>
            <pc:sldMk cId="523413299" sldId="282"/>
            <ac:spMk id="3" creationId="{19692F07-ED23-651C-5D66-BF4AC69CDAEC}"/>
          </ac:spMkLst>
        </pc:spChg>
      </pc:sldChg>
      <pc:sldChg chg="addSp delSp modSp new mod">
        <pc:chgData name="sudheer kumar" userId="c935a7bc9ba834e0" providerId="LiveId" clId="{31F0190F-68E9-4DC5-8536-2DF12ECC3B61}" dt="2026-07-13T01:25:40.867" v="496" actId="14100"/>
        <pc:sldMkLst>
          <pc:docMk/>
          <pc:sldMk cId="3804830468" sldId="283"/>
        </pc:sldMkLst>
        <pc:spChg chg="del">
          <ac:chgData name="sudheer kumar" userId="c935a7bc9ba834e0" providerId="LiveId" clId="{31F0190F-68E9-4DC5-8536-2DF12ECC3B61}" dt="2026-07-13T01:25:30.101" v="493" actId="478"/>
          <ac:spMkLst>
            <pc:docMk/>
            <pc:sldMk cId="3804830468" sldId="283"/>
            <ac:spMk id="2" creationId="{348DC5D9-45B6-7EF4-0701-59A354C6152A}"/>
          </ac:spMkLst>
        </pc:spChg>
        <pc:spChg chg="del">
          <ac:chgData name="sudheer kumar" userId="c935a7bc9ba834e0" providerId="LiveId" clId="{31F0190F-68E9-4DC5-8536-2DF12ECC3B61}" dt="2026-07-13T01:25:27.992" v="492"/>
          <ac:spMkLst>
            <pc:docMk/>
            <pc:sldMk cId="3804830468" sldId="283"/>
            <ac:spMk id="3" creationId="{E99994EC-C877-C994-DB83-09B3E3E92596}"/>
          </ac:spMkLst>
        </pc:spChg>
        <pc:picChg chg="add mod">
          <ac:chgData name="sudheer kumar" userId="c935a7bc9ba834e0" providerId="LiveId" clId="{31F0190F-68E9-4DC5-8536-2DF12ECC3B61}" dt="2026-07-13T01:25:40.867" v="496" actId="14100"/>
          <ac:picMkLst>
            <pc:docMk/>
            <pc:sldMk cId="3804830468" sldId="283"/>
            <ac:picMk id="4" creationId="{892E80B9-CBA1-E672-B920-773902C2D855}"/>
          </ac:picMkLst>
        </pc:picChg>
      </pc:sldChg>
      <pc:sldChg chg="addSp delSp modSp new mod">
        <pc:chgData name="sudheer kumar" userId="c935a7bc9ba834e0" providerId="LiveId" clId="{31F0190F-68E9-4DC5-8536-2DF12ECC3B61}" dt="2026-07-13T01:28:17.068" v="500"/>
        <pc:sldMkLst>
          <pc:docMk/>
          <pc:sldMk cId="3728036442" sldId="284"/>
        </pc:sldMkLst>
        <pc:spChg chg="del">
          <ac:chgData name="sudheer kumar" userId="c935a7bc9ba834e0" providerId="LiveId" clId="{31F0190F-68E9-4DC5-8536-2DF12ECC3B61}" dt="2026-07-13T01:28:07.667" v="498" actId="478"/>
          <ac:spMkLst>
            <pc:docMk/>
            <pc:sldMk cId="3728036442" sldId="284"/>
            <ac:spMk id="2" creationId="{B99AA9A3-2AEE-8E97-A7C2-BE5C41E25DD9}"/>
          </ac:spMkLst>
        </pc:spChg>
        <pc:spChg chg="del mod">
          <ac:chgData name="sudheer kumar" userId="c935a7bc9ba834e0" providerId="LiveId" clId="{31F0190F-68E9-4DC5-8536-2DF12ECC3B61}" dt="2026-07-13T01:28:17.068" v="500"/>
          <ac:spMkLst>
            <pc:docMk/>
            <pc:sldMk cId="3728036442" sldId="284"/>
            <ac:spMk id="3" creationId="{06400316-00A1-6FE4-3BE8-FC22503704D4}"/>
          </ac:spMkLst>
        </pc:spChg>
        <pc:picChg chg="add mod">
          <ac:chgData name="sudheer kumar" userId="c935a7bc9ba834e0" providerId="LiveId" clId="{31F0190F-68E9-4DC5-8536-2DF12ECC3B61}" dt="2026-07-13T01:28:17.068" v="500"/>
          <ac:picMkLst>
            <pc:docMk/>
            <pc:sldMk cId="3728036442" sldId="284"/>
            <ac:picMk id="4" creationId="{C4C5BDB5-ED43-1B61-F5B0-A5CFEEBB2A2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36992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1352554"/>
            <a:ext cx="7086600" cy="1368822"/>
          </a:xfrm>
        </p:spPr>
        <p:txBody>
          <a:bodyPr anchor="b">
            <a:normAutofit/>
          </a:bodyPr>
          <a:lstStyle>
            <a:lvl1pPr algn="l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724151"/>
            <a:ext cx="7086600" cy="514350"/>
          </a:xfrm>
        </p:spPr>
        <p:txBody>
          <a:bodyPr>
            <a:normAutofit/>
          </a:bodyPr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3235746"/>
            <a:ext cx="2183130" cy="28098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28700" y="3242884"/>
            <a:ext cx="480060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073150"/>
            <a:ext cx="2057400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8993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57604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65150"/>
            <a:ext cx="8115299" cy="2101451"/>
          </a:xfrm>
        </p:spPr>
        <p:txBody>
          <a:bodyPr anchor="b">
            <a:normAutofit/>
          </a:bodyPr>
          <a:lstStyle>
            <a:lvl1pPr algn="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350" y="2731294"/>
            <a:ext cx="7867650" cy="716756"/>
          </a:xfrm>
        </p:spPr>
        <p:txBody>
          <a:bodyPr>
            <a:normAutofit/>
          </a:bodyPr>
          <a:lstStyle>
            <a:lvl1pPr marL="0" indent="0" algn="r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1"/>
            <a:ext cx="5243619" cy="2730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645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45920"/>
            <a:ext cx="4000500" cy="30180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45920"/>
            <a:ext cx="4000500" cy="30180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485154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571500"/>
            <a:ext cx="6457950" cy="9715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7" y="1637852"/>
            <a:ext cx="3809993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349500"/>
            <a:ext cx="3983831" cy="2314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0600" y="1637852"/>
            <a:ext cx="3829050" cy="617934"/>
          </a:xfrm>
        </p:spPr>
        <p:txBody>
          <a:bodyPr anchor="b">
            <a:norm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349500"/>
            <a:ext cx="4000500" cy="23145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998311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7820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88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308610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6686" y="560070"/>
            <a:ext cx="4882964" cy="410394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308610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26692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143000"/>
            <a:ext cx="5154930" cy="1200150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95928" y="563431"/>
            <a:ext cx="2733722" cy="410058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343150"/>
            <a:ext cx="5154930" cy="232086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1573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33" y="3523021"/>
            <a:ext cx="8116526" cy="61451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1295" y="706080"/>
            <a:ext cx="8116380" cy="260862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4137537"/>
            <a:ext cx="8115300" cy="526477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22899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65150"/>
            <a:ext cx="8115300" cy="2101850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850"/>
            <a:ext cx="7597887" cy="749300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9103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565150"/>
            <a:ext cx="7613650" cy="1953371"/>
          </a:xfrm>
        </p:spPr>
        <p:txBody>
          <a:bodyPr anchor="ctr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2524168"/>
            <a:ext cx="7194552" cy="33333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1" y="2969897"/>
            <a:ext cx="7613650" cy="509903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5750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956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357188" y="70008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8173" y="202596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093786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71" y="843526"/>
            <a:ext cx="7609640" cy="1883876"/>
          </a:xfrm>
        </p:spPr>
        <p:txBody>
          <a:bodyPr anchor="b"/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350" y="2736237"/>
            <a:ext cx="7608491" cy="74991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60839" y="284163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14350" y="284163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09474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79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51560"/>
            <a:ext cx="2592324" cy="462990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49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76600" y="165099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275144" y="2178050"/>
            <a:ext cx="2592324" cy="248596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8850" y="1644649"/>
            <a:ext cx="2592324" cy="469901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6038851" y="2178424"/>
            <a:ext cx="2592324" cy="248559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81545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1" y="571500"/>
            <a:ext cx="6457949" cy="9715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6463" y="3143250"/>
            <a:ext cx="2588687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6463" y="1771650"/>
            <a:ext cx="2588687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6463" y="3655323"/>
            <a:ext cx="2588687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80698" y="3143250"/>
            <a:ext cx="2586701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80697" y="1771650"/>
            <a:ext cx="2586702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80699" y="3655323"/>
            <a:ext cx="2586701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037299" y="3143250"/>
            <a:ext cx="2592352" cy="512074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37391" y="1771650"/>
            <a:ext cx="258590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6037299" y="3655321"/>
            <a:ext cx="2589334" cy="10086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79340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1645920"/>
            <a:ext cx="8115300" cy="301809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96838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13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6600" y="558800"/>
            <a:ext cx="1543050" cy="292735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558800"/>
            <a:ext cx="6153151" cy="29273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0839" y="284956"/>
            <a:ext cx="2183130" cy="273844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4350" y="285750"/>
            <a:ext cx="5243619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46839" y="285750"/>
            <a:ext cx="482811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90213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573280"/>
            <a:ext cx="6457950" cy="969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45920"/>
            <a:ext cx="8115300" cy="30180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6520" y="4767263"/>
            <a:ext cx="218313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766884"/>
            <a:ext cx="58293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285750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775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hf sldNum="0" hdr="0" ftr="0" dt="0"/>
  <p:txStyles>
    <p:titleStyle>
      <a:lvl1pPr algn="r" defTabSz="685800" rtl="0" eaLnBrk="1" latinLnBrk="0" hangingPunct="1">
        <a:lnSpc>
          <a:spcPct val="90000"/>
        </a:lnSpc>
        <a:spcBef>
          <a:spcPct val="0"/>
        </a:spcBef>
        <a:buNone/>
        <a:defRPr sz="3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1446744" y="446567"/>
            <a:ext cx="6984875" cy="39765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GB" sz="5400" u="sng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SOA</a:t>
            </a:r>
            <a: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b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b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SERVICE</a:t>
            </a:r>
            <a:b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ORIENTED</a:t>
            </a:r>
            <a:b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-GB" sz="5400" dirty="0">
                <a:latin typeface="Montserrat ExtraBold"/>
                <a:ea typeface="Montserrat ExtraBold"/>
                <a:cs typeface="Montserrat ExtraBold"/>
                <a:sym typeface="Montserrat ExtraBold"/>
              </a:rPr>
              <a:t> ARCHITECTURE</a:t>
            </a:r>
            <a:endParaRPr sz="5400" dirty="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oftware Architecture: 5. Service-Oriented Architecture (SOA) | by Gabriel  Bravo | Medium">
            <a:extLst>
              <a:ext uri="{FF2B5EF4-FFF2-40B4-BE49-F238E27FC236}">
                <a16:creationId xmlns:a16="http://schemas.microsoft.com/office/drawing/2014/main" id="{892E80B9-CBA1-E672-B920-773902C2D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322" y="265814"/>
            <a:ext cx="8112418" cy="460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830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F1659-A980-E0E9-0558-DF4D4AD9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678357"/>
            <a:ext cx="8115300" cy="301809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endParaRPr lang="en-IN" sz="2000" dirty="0"/>
          </a:p>
          <a:p>
            <a:pPr algn="just">
              <a:lnSpc>
                <a:spcPct val="150000"/>
              </a:lnSpc>
            </a:pPr>
            <a:r>
              <a:rPr lang="en-IN" sz="2800" dirty="0"/>
              <a:t> </a:t>
            </a:r>
            <a:r>
              <a:rPr lang="en-IN" sz="2800" b="1" dirty="0"/>
              <a:t>Definition </a:t>
            </a:r>
            <a:endParaRPr lang="en-IN" sz="2800" dirty="0"/>
          </a:p>
          <a:p>
            <a:pPr algn="just">
              <a:lnSpc>
                <a:spcPct val="150000"/>
              </a:lnSpc>
            </a:pPr>
            <a:r>
              <a:rPr lang="en-US" sz="2000" dirty="0"/>
              <a:t>SOA (Service-Oriented Architecture) is a software design approach where an application is divided into small, independent services. These services communicate with each other through a network to complete business tasks.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802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469B6-A8B0-809C-70A1-F33257A82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540134"/>
            <a:ext cx="8115300" cy="3018094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endParaRPr lang="en-IN" sz="2400" dirty="0"/>
          </a:p>
          <a:p>
            <a:pPr>
              <a:lnSpc>
                <a:spcPct val="200000"/>
              </a:lnSpc>
            </a:pPr>
            <a:r>
              <a:rPr lang="en-US" sz="2400" dirty="0"/>
              <a:t>SOA stands for Service-Oriented Architecture.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SOA is a software architecture.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It divides a large application into small services.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5868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F446E-12B0-5CA9-EDA5-7E5EBCDFA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933539"/>
            <a:ext cx="8115300" cy="30180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IN" sz="2800" dirty="0"/>
          </a:p>
          <a:p>
            <a:pPr>
              <a:lnSpc>
                <a:spcPct val="150000"/>
              </a:lnSpc>
            </a:pPr>
            <a:r>
              <a:rPr lang="en-US" sz="2800" dirty="0"/>
              <a:t>Each service performs one specific task. </a:t>
            </a:r>
          </a:p>
          <a:p>
            <a:pPr>
              <a:lnSpc>
                <a:spcPct val="150000"/>
              </a:lnSpc>
            </a:pPr>
            <a:r>
              <a:rPr lang="en-IN" sz="2800" dirty="0"/>
              <a:t>Services work independently.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Services communicate through a network.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806583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D7AD2-DAA6-C189-814F-DF6D89F2F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593297"/>
            <a:ext cx="8115300" cy="3018094"/>
          </a:xfrm>
        </p:spPr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endParaRPr lang="en-IN" sz="2400" dirty="0"/>
          </a:p>
          <a:p>
            <a:pPr>
              <a:lnSpc>
                <a:spcPct val="200000"/>
              </a:lnSpc>
            </a:pPr>
            <a:r>
              <a:rPr lang="en-IN" sz="2400" dirty="0"/>
              <a:t>Communication happens using APIs.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SOAP and REST are common communication methods.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Each service has its own responsibility.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48942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OAP vs REST: All you need to know">
            <a:extLst>
              <a:ext uri="{FF2B5EF4-FFF2-40B4-BE49-F238E27FC236}">
                <a16:creationId xmlns:a16="http://schemas.microsoft.com/office/drawing/2014/main" id="{C4C5BDB5-ED43-1B61-F5B0-A5CFEEBB2A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9112" y="1100931"/>
            <a:ext cx="810577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036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D1F06-65FE-5C15-03AC-BF258189D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446567"/>
            <a:ext cx="8115300" cy="421744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 Services can be developed separately.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 Services can be tested independently.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 Services can be updated without affecting the whole system.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60010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C5FA7-B2FB-A76D-9A76-9BC173DAC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776177"/>
            <a:ext cx="8115300" cy="38878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 SOA makes software easy to maintain. 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 SOA improves software flexibility. </a:t>
            </a:r>
          </a:p>
          <a:p>
            <a:pPr>
              <a:lnSpc>
                <a:spcPct val="200000"/>
              </a:lnSpc>
            </a:pPr>
            <a:r>
              <a:rPr lang="fr-FR" sz="2800" dirty="0"/>
              <a:t> SOA supports code reusability.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60027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C84A-0C1F-5013-1F78-473A91B09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242" y="1220618"/>
            <a:ext cx="8803758" cy="33513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 One service can be used by many applications.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SOA reduces duplicate work. 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 SOA saves development time.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09481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EF56C-8BF6-9A3B-D474-6AC0F136E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871870"/>
            <a:ext cx="8115300" cy="379214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800" dirty="0"/>
              <a:t> SOA improves productivity.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 Different teams can build different services.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 Services can use different programming languages.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29870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91496-4417-6685-FFD6-F7E4022C0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901641"/>
            <a:ext cx="8115300" cy="301809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Java, Python, and .NET services can work together.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SOA supports platform independence.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Services exchange data using standard formats like XML or JSON.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25874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8033-60F3-57F7-CB0C-A174354E3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062702"/>
            <a:ext cx="8406366" cy="346676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SOA is suitable for large business applications.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Banking systems use SOA. 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E-commerce websites use SOA. </a:t>
            </a:r>
          </a:p>
        </p:txBody>
      </p:sp>
    </p:spTree>
    <p:extLst>
      <p:ext uri="{BB962C8B-B14F-4D97-AF65-F5344CB8AC3E}">
        <p14:creationId xmlns:p14="http://schemas.microsoft.com/office/powerpoint/2010/main" val="716082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672F7-453B-FED2-70EE-DB1EF643C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062703"/>
            <a:ext cx="8115300" cy="30180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Hospital management systems use SOA.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Airline reservation systems use SOA.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Government applications also use SOA.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10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A5220-879D-62B5-FDE0-E1A0BEEA3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062703"/>
            <a:ext cx="8115300" cy="30180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SOA makes adding new features easier.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Services can be reused in future projects. 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SOA improves system scalability. </a:t>
            </a:r>
          </a:p>
        </p:txBody>
      </p:sp>
    </p:spTree>
    <p:extLst>
      <p:ext uri="{BB962C8B-B14F-4D97-AF65-F5344CB8AC3E}">
        <p14:creationId xmlns:p14="http://schemas.microsoft.com/office/powerpoint/2010/main" val="2310680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9BAB7-EB48-B8A7-2444-E27424358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614561"/>
            <a:ext cx="8115300" cy="3553401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Only busy services need more resources.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SOA reduces maintenance cost.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Errors in one service do not always affect other services.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3315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92797-368D-246E-6BBA-EFB21081B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669851"/>
            <a:ext cx="8246878" cy="3994163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800" dirty="0"/>
              <a:t>Services are loosely coupled.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Loose coupling makes the system more flexible.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SOA supports distributed systems.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55342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39205-3DBB-335A-BAEB-BFD219798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976069"/>
            <a:ext cx="8115300" cy="30180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SOA improves business process integration.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Security can be managed for each service. 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SOA supports cloud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155746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2B1AC-33B3-3D6A-7ECF-DAFF80622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4" y="657092"/>
            <a:ext cx="8438264" cy="301809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n-IN" sz="2800" dirty="0"/>
              <a:t>SOA allows faster software updates.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It improves customer service by making applications more reliable.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Network communication may increase response time.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00346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F830D-7CF7-5693-4558-9EC694DA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733647"/>
            <a:ext cx="8115300" cy="393036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Managing many services can be difficult. </a:t>
            </a:r>
          </a:p>
          <a:p>
            <a:pPr>
              <a:lnSpc>
                <a:spcPct val="200000"/>
              </a:lnSpc>
            </a:pPr>
            <a:r>
              <a:rPr lang="en-IN" sz="2800" dirty="0"/>
              <a:t>SOA requires proper service management. 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Monitoring services is important in SOA.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05892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99458-961D-FEF5-8893-5626C8C3D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SOA helps organizations build reliable software. </a:t>
            </a:r>
          </a:p>
          <a:p>
            <a:endParaRPr lang="en-US" sz="2400" dirty="0"/>
          </a:p>
          <a:p>
            <a:r>
              <a:rPr lang="en-US" sz="2400" dirty="0"/>
              <a:t>SOA is widely used in modern enterprise </a:t>
            </a:r>
          </a:p>
          <a:p>
            <a:pPr marL="0" indent="0">
              <a:buNone/>
            </a:pPr>
            <a:r>
              <a:rPr lang="en-US" sz="2400" dirty="0"/>
              <a:t>  applications.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67729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54B31-F643-00B7-E134-5C221CF69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606056"/>
            <a:ext cx="8115300" cy="4057958"/>
          </a:xfrm>
        </p:spPr>
        <p:txBody>
          <a:bodyPr>
            <a:normAutofit/>
          </a:bodyPr>
          <a:lstStyle/>
          <a:p>
            <a:r>
              <a:rPr lang="en-IN" sz="3200" b="1" u="sng" dirty="0"/>
              <a:t>Advantages of SOA</a:t>
            </a:r>
          </a:p>
          <a:p>
            <a:pPr marL="0" indent="0">
              <a:buNone/>
            </a:pPr>
            <a:r>
              <a:rPr lang="en-IN" sz="3200" b="1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Easy to maintain.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Services are reusable.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Easy to update.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Saves development time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82575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65E9A-7CEF-E7F9-C492-FF6C1446D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606056"/>
            <a:ext cx="8115300" cy="4057958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IN" sz="2400" dirty="0"/>
              <a:t>Supports scalability. </a:t>
            </a:r>
          </a:p>
          <a:p>
            <a:pPr>
              <a:lnSpc>
                <a:spcPct val="250000"/>
              </a:lnSpc>
            </a:pPr>
            <a:r>
              <a:rPr lang="en-IN" sz="2400" dirty="0"/>
              <a:t>Platform independent. </a:t>
            </a:r>
          </a:p>
          <a:p>
            <a:pPr>
              <a:lnSpc>
                <a:spcPct val="250000"/>
              </a:lnSpc>
            </a:pPr>
            <a:r>
              <a:rPr lang="en-IN" sz="2400" dirty="0"/>
              <a:t> Flexible architecture. </a:t>
            </a:r>
          </a:p>
          <a:p>
            <a:pPr>
              <a:lnSpc>
                <a:spcPct val="250000"/>
              </a:lnSpc>
            </a:pPr>
            <a:endParaRPr lang="en-IN" sz="2400" dirty="0"/>
          </a:p>
          <a:p>
            <a:pPr>
              <a:lnSpc>
                <a:spcPct val="25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091990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0770B-8794-4D42-1505-880F09150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765544"/>
            <a:ext cx="8115300" cy="3898470"/>
          </a:xfrm>
        </p:spPr>
        <p:txBody>
          <a:bodyPr>
            <a:normAutofit/>
          </a:bodyPr>
          <a:lstStyle/>
          <a:p>
            <a:pPr>
              <a:lnSpc>
                <a:spcPct val="250000"/>
              </a:lnSpc>
            </a:pPr>
            <a:r>
              <a:rPr lang="en-US" sz="2400" dirty="0"/>
              <a:t>Easy integration with other systems. </a:t>
            </a:r>
          </a:p>
          <a:p>
            <a:pPr>
              <a:lnSpc>
                <a:spcPct val="250000"/>
              </a:lnSpc>
            </a:pPr>
            <a:r>
              <a:rPr lang="en-IN" sz="2400" dirty="0"/>
              <a:t>Faster application development. </a:t>
            </a:r>
          </a:p>
          <a:p>
            <a:pPr>
              <a:lnSpc>
                <a:spcPct val="250000"/>
              </a:lnSpc>
            </a:pPr>
            <a:r>
              <a:rPr lang="en-US" sz="2400" dirty="0"/>
              <a:t>Better business process management.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22747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30FE-BEEC-0C87-2B6F-7628C1CA4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531628"/>
            <a:ext cx="8115300" cy="4132386"/>
          </a:xfrm>
        </p:spPr>
        <p:txBody>
          <a:bodyPr>
            <a:normAutofit/>
          </a:bodyPr>
          <a:lstStyle/>
          <a:p>
            <a:r>
              <a:rPr lang="en-IN" sz="3200" b="1" dirty="0"/>
              <a:t>Disadvantages of SOA </a:t>
            </a:r>
          </a:p>
          <a:p>
            <a:endParaRPr lang="en-IN" sz="2000" dirty="0"/>
          </a:p>
          <a:p>
            <a:pPr>
              <a:lnSpc>
                <a:spcPct val="200000"/>
              </a:lnSpc>
            </a:pPr>
            <a:r>
              <a:rPr lang="en-IN" sz="2000" dirty="0"/>
              <a:t>Depends on network communication.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Network delay can reduce performance.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Configuration is more complex.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937190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629C9-DF6C-1B43-4ACF-CE7F935D3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742152"/>
            <a:ext cx="8115300" cy="3018094"/>
          </a:xfrm>
        </p:spPr>
        <p:txBody>
          <a:bodyPr>
            <a:normAutofit/>
          </a:bodyPr>
          <a:lstStyle/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 Security needs extra attention.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dirty="0"/>
              <a:t>   Managing many services is difficult.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Testing the complete system can take more time.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85203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33381-A32C-9CD3-3450-80E66BBA5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635827"/>
            <a:ext cx="8115300" cy="30180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Service monitoring is required.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Initial setup cost may be high. </a:t>
            </a:r>
          </a:p>
          <a:p>
            <a:pPr>
              <a:lnSpc>
                <a:spcPct val="2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993557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53AC-FE57-250D-354C-7D619D828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776177"/>
            <a:ext cx="8115300" cy="3887837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800" b="1" u="sng" dirty="0"/>
              <a:t>Real-Life Example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An Online Shopping System uses different services: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User Service – Login and Registration 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Product Service – Display Products </a:t>
            </a:r>
          </a:p>
          <a:p>
            <a:pPr>
              <a:lnSpc>
                <a:spcPct val="2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821064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92F07-ED23-651C-5D66-BF4AC69CD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1062703"/>
            <a:ext cx="8115300" cy="3018094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400" dirty="0"/>
              <a:t>Order Service – Place Orders </a:t>
            </a:r>
          </a:p>
          <a:p>
            <a:pPr>
              <a:lnSpc>
                <a:spcPct val="200000"/>
              </a:lnSpc>
            </a:pPr>
            <a:r>
              <a:rPr lang="en-IN" sz="2400" dirty="0"/>
              <a:t>Payment Service – Process Payments 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Delivery Service – Track and Deliver Orders </a:t>
            </a:r>
          </a:p>
          <a:p>
            <a:pPr>
              <a:lnSpc>
                <a:spcPct val="200000"/>
              </a:lnSpc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2341329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465</TotalTime>
  <Words>535</Words>
  <Application>Microsoft Office PowerPoint</Application>
  <PresentationFormat>On-screen Show (16:9)</PresentationFormat>
  <Paragraphs>91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Montserrat ExtraBold</vt:lpstr>
      <vt:lpstr>Arial</vt:lpstr>
      <vt:lpstr>Century Gothic</vt:lpstr>
      <vt:lpstr>Vapor Trail</vt:lpstr>
      <vt:lpstr> SOA    SERVICE  ORIENTED 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Characteristics of Cloud Computing</dc:title>
  <dc:creator>Vabilisetti Manikanta Nikhil</dc:creator>
  <cp:lastModifiedBy>sudheer kumar</cp:lastModifiedBy>
  <cp:revision>12</cp:revision>
  <dcterms:modified xsi:type="dcterms:W3CDTF">2026-07-13T01:29:59Z</dcterms:modified>
</cp:coreProperties>
</file>